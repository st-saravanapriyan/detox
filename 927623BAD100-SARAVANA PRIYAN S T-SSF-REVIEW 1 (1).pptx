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3.xml" ContentType="application/vnd.openxmlformats-officedocument.presentationml.notesSlide+xml"/>
  <Override PartName="/ppt/slides/slide11.xml" ContentType="application/vnd.openxmlformats-officedocument.presentationml.slide+xml"/>
  <Override PartName="/ppt/notesSlides/notesSlide1.xml" ContentType="application/vnd.openxmlformats-officedocument.presentationml.notesSlide+xml"/>
  <Override PartName="/ppt/slides/slide9.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2.xml" ContentType="application/vnd.openxmlformats-officedocument.presentationml.slide+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slideLayouts/slideLayout6.xml" ContentType="application/vnd.openxmlformats-officedocument.presentationml.slideLayout+xml"/>
  <Override PartName="/docProps/core.xml" ContentType="application/vnd.openxmlformats-package.core-properties+xml"/>
  <Override PartName="/ppt/slideLayouts/slideLayout8.xml" ContentType="application/vnd.openxmlformats-officedocument.presentationml.slideLayout+xml"/>
  <Override PartName="/ppt/presProps.xml" ContentType="application/vnd.openxmlformats-officedocument.presentationml.presProps+xml"/>
  <Override PartName="/ppt/slideLayouts/slideLayout2.xml" ContentType="application/vnd.openxmlformats-officedocument.presentationml.slideLayout+xml"/>
  <Override PartName="/ppt/notesSlides/notesSlide8.xml" ContentType="application/vnd.openxmlformats-officedocument.presentationml.notesSlide+xml"/>
  <Override PartName="/ppt/slides/slide8.xml" ContentType="application/vnd.openxmlformats-officedocument.presentationml.slide+xml"/>
  <Override PartName="/ppt/presentation.xml" ContentType="application/vnd.openxmlformats-officedocument.presentationml.presentation.main+xml"/>
  <Override PartName="/ppt/viewProps.xml" ContentType="application/vnd.openxmlformats-officedocument.presentationml.viewProps+xml"/>
  <Override PartName="/docProps/app.xml" ContentType="application/vnd.openxmlformats-officedocument.extended-properties+xml"/>
  <Override PartName="/ppt/tableStyles.xml" ContentType="application/vnd.openxmlformats-officedocument.presentationml.tableStyles+xml"/>
  <Override PartName="/ppt/notesSlides/notesSlide2.xml" ContentType="application/vnd.openxmlformats-officedocument.presentationml.notesSlide+xml"/>
  <Override PartName="/ppt/slides/slide7.xml" ContentType="application/vnd.openxmlformats-officedocument.presentationml.slide+xml"/>
  <Override PartName="/ppt/slideLayouts/slideLayout5.xml" ContentType="application/vnd.openxmlformats-officedocument.presentationml.slideLayout+xml"/>
  <Override PartName="/ppt/notesSlides/notesSlide12.xml" ContentType="application/vnd.openxmlformats-officedocument.presentationml.notesSlide+xml"/>
  <Override PartName="/ppt/slides/slide12.xml" ContentType="application/vnd.openxmlformats-officedocument.presentationml.slide+xml"/>
  <Override PartName="/ppt/slideLayouts/slideLayout1.xml" ContentType="application/vnd.openxmlformats-officedocument.presentationml.slideLayout+xml"/>
  <Override PartName="/ppt/notesSlides/notesSlide5.xml" ContentType="application/vnd.openxmlformats-officedocument.presentationml.notesSlide+xml"/>
  <Override PartName="/ppt/slideLayouts/slideLayout4.xml" ContentType="application/vnd.openxmlformats-officedocument.presentationml.slideLayout+xml"/>
  <Override PartName="/ppt/slides/slide3.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slideLayouts/slideLayout9.xml" ContentType="application/vnd.openxmlformats-officedocument.presentationml.slideLayout+xml"/>
  <Override PartName="/ppt/slideLayouts/slideLayout3.xml" ContentType="application/vnd.openxmlformats-officedocument.presentationml.slideLayout+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notesSlides/notesSlide4.xml" ContentType="application/vnd.openxmlformats-officedocument.presentationml.notesSlide+xml"/>
  <Override PartName="/ppt/slideLayouts/slideLayout11.xml" ContentType="application/vnd.openxmlformats-officedocument.presentationml.slideLayout+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16"/>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Lst>
  <p:sldSz cx="12192000" cy="6858000"/>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DA37D80-6434-44D0-A028-1B22A696006F}">
  <a:tblStyle styleId="{5DA37D80-6434-44D0-A028-1B22A696006F}" styleName="Light Style 3 - Accent 2">
    <a:wholeTbl>
      <a:tcTxStyle>
        <a:fontRef idx="minor">
          <a:srgbClr val="000000"/>
        </a:fontRef>
        <a:schemeClr val="tx1"/>
      </a:tcTxStyle>
      <a:tcStyle>
        <a:tcBdr>
          <a:left>
            <a:ln w="12700">
              <a:solidFill>
                <a:schemeClr val="accent2"/>
              </a:solidFill>
            </a:ln>
          </a:left>
          <a:right>
            <a:ln w="12700">
              <a:solidFill>
                <a:schemeClr val="accent2"/>
              </a:solidFill>
            </a:ln>
          </a:right>
          <a:top>
            <a:ln w="12700">
              <a:solidFill>
                <a:schemeClr val="accent2"/>
              </a:solidFill>
            </a:ln>
          </a:top>
          <a:bottom>
            <a:ln w="12700">
              <a:solidFill>
                <a:schemeClr val="accent2"/>
              </a:solidFill>
            </a:ln>
          </a:bottom>
          <a:insideH>
            <a:ln w="12700">
              <a:solidFill>
                <a:schemeClr val="accent2"/>
              </a:solidFill>
            </a:ln>
          </a:insideH>
          <a:insideV>
            <a:ln w="12700">
              <a:solidFill>
                <a:schemeClr val="accent2"/>
              </a:solid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band2V>
      <a:tcStyle>
        <a:tcBdr/>
        <a:fill>
          <a:solidFill>
            <a:schemeClr val="accent2">
              <a:alpha val="20000"/>
            </a:schemeClr>
          </a:solidFill>
        </a:fill>
      </a:tcStyle>
    </a:band2V>
    <a:lastCol>
      <a:tcStyle>
        <a:tcBdr/>
      </a:tcStyle>
    </a:lastCol>
    <a:firstCol>
      <a:tcStyle>
        <a:tcBdr/>
      </a:tcStyle>
    </a:firstCol>
    <a:lastRow>
      <a:tcStyle>
        <a:tcBdr>
          <a:top>
            <a:ln w="50800">
              <a:solidFill>
                <a:schemeClr val="accent2"/>
              </a:solidFill>
            </a:ln>
          </a:top>
        </a:tcBdr>
        <a:fill>
          <a:noFill/>
        </a:fill>
      </a:tcStyle>
    </a:lastRow>
    <a:seCell>
      <a:tcStyle>
        <a:tcBdr/>
      </a:tcStyle>
    </a:seCell>
    <a:swCell>
      <a:tcStyle>
        <a:tcBdr/>
      </a:tcStyle>
    </a:swCell>
    <a:firstRow>
      <a:tcStyle>
        <a:tcBdr>
          <a:bottom>
            <a:ln w="25400">
              <a:solidFill>
                <a:schemeClr val="accent2"/>
              </a:solidFill>
            </a:ln>
          </a:bottom>
        </a:tcBdr>
        <a:fill>
          <a:no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86" d="100"/>
          <a:sy n="86" d="100"/>
        </p:scale>
        <p:origin x="96" y="888"/>
      </p:cViewPr>
      <p:guideLst>
        <p:guide pos="3840"/>
        <p:guide pos="2160" orient="horz"/>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notesMaster" Target="notesMasters/notesMaster1.xml"/><Relationship Id="rId17" Type="http://schemas.openxmlformats.org/officeDocument/2006/relationships/presProps" Target="presProps.xml" /><Relationship Id="rId18" Type="http://schemas.openxmlformats.org/officeDocument/2006/relationships/tableStyles" Target="tableStyles.xml" /><Relationship Id="rId19"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57028784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1031595477"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1393596571"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1318252460"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386880545"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927549724"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88085042" name="Slide Image Placeholder 1"/>
          <p:cNvSpPr>
            <a:spLocks noChangeAspect="1" noGrp="1" noRot="1"/>
          </p:cNvSpPr>
          <p:nvPr>
            <p:ph type="sldImg"/>
          </p:nvPr>
        </p:nvSpPr>
        <p:spPr bwMode="auto"/>
      </p:sp>
      <p:sp>
        <p:nvSpPr>
          <p:cNvPr id="1804197441" name="Notes Placeholder 2"/>
          <p:cNvSpPr>
            <a:spLocks noGrp="1"/>
          </p:cNvSpPr>
          <p:nvPr>
            <p:ph type="body" idx="1"/>
          </p:nvPr>
        </p:nvSpPr>
        <p:spPr bwMode="auto"/>
        <p:txBody>
          <a:bodyPr/>
          <a:lstStyle/>
          <a:p>
            <a:pPr>
              <a:defRPr/>
            </a:pPr>
            <a:endParaRPr/>
          </a:p>
        </p:txBody>
      </p:sp>
      <p:sp>
        <p:nvSpPr>
          <p:cNvPr id="526849063" name="Slide Number Placeholder 3"/>
          <p:cNvSpPr>
            <a:spLocks noGrp="1"/>
          </p:cNvSpPr>
          <p:nvPr>
            <p:ph type="sldNum" sz="quarter" idx="10"/>
          </p:nvPr>
        </p:nvSpPr>
        <p:spPr bwMode="auto"/>
        <p:txBody>
          <a:bodyPr/>
          <a:lstStyle/>
          <a:p>
            <a:pPr>
              <a:defRPr/>
            </a:pPr>
            <a:fld id="{A9544FF3-12DD-23D3-6E3B-4FA4247272A6}"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33285395" name="Slide Image Placeholder 1"/>
          <p:cNvSpPr>
            <a:spLocks noChangeAspect="1" noGrp="1" noRot="1"/>
          </p:cNvSpPr>
          <p:nvPr>
            <p:ph type="sldImg"/>
          </p:nvPr>
        </p:nvSpPr>
        <p:spPr bwMode="auto"/>
      </p:sp>
      <p:sp>
        <p:nvSpPr>
          <p:cNvPr id="1839215359" name="Notes Placeholder 2"/>
          <p:cNvSpPr>
            <a:spLocks noGrp="1"/>
          </p:cNvSpPr>
          <p:nvPr>
            <p:ph type="body" idx="1"/>
          </p:nvPr>
        </p:nvSpPr>
        <p:spPr bwMode="auto"/>
        <p:txBody>
          <a:bodyPr/>
          <a:lstStyle/>
          <a:p>
            <a:pPr>
              <a:defRPr/>
            </a:pPr>
            <a:endParaRPr/>
          </a:p>
        </p:txBody>
      </p:sp>
      <p:sp>
        <p:nvSpPr>
          <p:cNvPr id="238520676" name="Slide Number Placeholder 3"/>
          <p:cNvSpPr>
            <a:spLocks noGrp="1"/>
          </p:cNvSpPr>
          <p:nvPr>
            <p:ph type="sldNum" sz="quarter" idx="10"/>
          </p:nvPr>
        </p:nvSpPr>
        <p:spPr bwMode="auto"/>
        <p:txBody>
          <a:bodyPr/>
          <a:lstStyle/>
          <a:p>
            <a:pPr>
              <a:defRPr/>
            </a:pPr>
            <a:fld id="{92AB16A1-C522-BEF6-B034-ABA083287B9E}"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14046596" name="Slide Image Placeholder 1"/>
          <p:cNvSpPr>
            <a:spLocks noChangeAspect="1" noGrp="1" noRot="1"/>
          </p:cNvSpPr>
          <p:nvPr>
            <p:ph type="sldImg"/>
          </p:nvPr>
        </p:nvSpPr>
        <p:spPr bwMode="auto"/>
      </p:sp>
      <p:sp>
        <p:nvSpPr>
          <p:cNvPr id="1563648271" name="Notes Placeholder 2"/>
          <p:cNvSpPr>
            <a:spLocks noGrp="1"/>
          </p:cNvSpPr>
          <p:nvPr>
            <p:ph type="body" idx="1"/>
          </p:nvPr>
        </p:nvSpPr>
        <p:spPr bwMode="auto"/>
        <p:txBody>
          <a:bodyPr/>
          <a:lstStyle/>
          <a:p>
            <a:pPr>
              <a:defRPr/>
            </a:pPr>
            <a:endParaRPr/>
          </a:p>
        </p:txBody>
      </p:sp>
      <p:sp>
        <p:nvSpPr>
          <p:cNvPr id="592009041" name="Slide Number Placeholder 3"/>
          <p:cNvSpPr>
            <a:spLocks noGrp="1"/>
          </p:cNvSpPr>
          <p:nvPr>
            <p:ph type="sldNum" sz="quarter" idx="10"/>
          </p:nvPr>
        </p:nvSpPr>
        <p:spPr bwMode="auto"/>
        <p:txBody>
          <a:bodyPr/>
          <a:lstStyle/>
          <a:p>
            <a:pPr>
              <a:defRPr/>
            </a:pPr>
            <a:fld id="{25941667-E717-2367-926C-14CCD669A01E}"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95104524" name="Slide Image Placeholder 1"/>
          <p:cNvSpPr>
            <a:spLocks noChangeAspect="1" noGrp="1" noRot="1"/>
          </p:cNvSpPr>
          <p:nvPr>
            <p:ph type="sldImg"/>
          </p:nvPr>
        </p:nvSpPr>
        <p:spPr bwMode="auto"/>
      </p:sp>
      <p:sp>
        <p:nvSpPr>
          <p:cNvPr id="907741729" name="Notes Placeholder 2"/>
          <p:cNvSpPr>
            <a:spLocks noGrp="1"/>
          </p:cNvSpPr>
          <p:nvPr>
            <p:ph type="body" idx="1"/>
          </p:nvPr>
        </p:nvSpPr>
        <p:spPr bwMode="auto"/>
        <p:txBody>
          <a:bodyPr/>
          <a:lstStyle/>
          <a:p>
            <a:pPr>
              <a:defRPr/>
            </a:pPr>
            <a:endParaRPr/>
          </a:p>
        </p:txBody>
      </p:sp>
      <p:sp>
        <p:nvSpPr>
          <p:cNvPr id="1916161868" name="Slide Number Placeholder 3"/>
          <p:cNvSpPr>
            <a:spLocks noGrp="1"/>
          </p:cNvSpPr>
          <p:nvPr>
            <p:ph type="sldNum" sz="quarter" idx="10"/>
          </p:nvPr>
        </p:nvSpPr>
        <p:spPr bwMode="auto"/>
        <p:txBody>
          <a:bodyPr/>
          <a:lstStyle/>
          <a:p>
            <a:pPr>
              <a:defRPr/>
            </a:pPr>
            <a:fld id="{758A51A7-EED1-E39E-D37F-1ACD4F7A82D2}"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01464415" name="Slide Image Placeholder 1"/>
          <p:cNvSpPr>
            <a:spLocks noChangeAspect="1" noGrp="1" noRot="1"/>
          </p:cNvSpPr>
          <p:nvPr>
            <p:ph type="sldImg"/>
          </p:nvPr>
        </p:nvSpPr>
        <p:spPr bwMode="auto"/>
      </p:sp>
      <p:sp>
        <p:nvSpPr>
          <p:cNvPr id="233446502" name="Notes Placeholder 2"/>
          <p:cNvSpPr>
            <a:spLocks noGrp="1"/>
          </p:cNvSpPr>
          <p:nvPr>
            <p:ph type="body" idx="1"/>
          </p:nvPr>
        </p:nvSpPr>
        <p:spPr bwMode="auto"/>
        <p:txBody>
          <a:bodyPr/>
          <a:lstStyle/>
          <a:p>
            <a:pPr>
              <a:defRPr/>
            </a:pPr>
            <a:endParaRPr/>
          </a:p>
        </p:txBody>
      </p:sp>
      <p:sp>
        <p:nvSpPr>
          <p:cNvPr id="1251647336" name="Slide Number Placeholder 3"/>
          <p:cNvSpPr>
            <a:spLocks noGrp="1"/>
          </p:cNvSpPr>
          <p:nvPr>
            <p:ph type="sldNum" sz="quarter" idx="10"/>
          </p:nvPr>
        </p:nvSpPr>
        <p:spPr bwMode="auto"/>
        <p:txBody>
          <a:bodyPr/>
          <a:lstStyle/>
          <a:p>
            <a:pPr>
              <a:defRPr/>
            </a:pPr>
            <a:fld id="{733D5221-2CAD-6BEA-051F-20ECBED74D24}"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44404534" name="Slide Image Placeholder 1"/>
          <p:cNvSpPr>
            <a:spLocks noChangeAspect="1" noGrp="1" noRot="1"/>
          </p:cNvSpPr>
          <p:nvPr>
            <p:ph type="sldImg"/>
          </p:nvPr>
        </p:nvSpPr>
        <p:spPr bwMode="auto"/>
      </p:sp>
      <p:sp>
        <p:nvSpPr>
          <p:cNvPr id="748028715" name="Notes Placeholder 2"/>
          <p:cNvSpPr>
            <a:spLocks noGrp="1"/>
          </p:cNvSpPr>
          <p:nvPr>
            <p:ph type="body" idx="1"/>
          </p:nvPr>
        </p:nvSpPr>
        <p:spPr bwMode="auto"/>
        <p:txBody>
          <a:bodyPr/>
          <a:lstStyle/>
          <a:p>
            <a:pPr>
              <a:defRPr/>
            </a:pPr>
            <a:endParaRPr/>
          </a:p>
        </p:txBody>
      </p:sp>
      <p:sp>
        <p:nvSpPr>
          <p:cNvPr id="1560840665" name="Slide Number Placeholder 3"/>
          <p:cNvSpPr>
            <a:spLocks noGrp="1"/>
          </p:cNvSpPr>
          <p:nvPr>
            <p:ph type="sldNum" sz="quarter" idx="10"/>
          </p:nvPr>
        </p:nvSpPr>
        <p:spPr bwMode="auto"/>
        <p:txBody>
          <a:bodyPr/>
          <a:lstStyle/>
          <a:p>
            <a:pPr>
              <a:defRPr/>
            </a:pPr>
            <a:fld id="{62AABCF2-DE1A-05C2-38C5-8D3AC3A19340}"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00907104" name="Slide Image Placeholder 1"/>
          <p:cNvSpPr>
            <a:spLocks noChangeAspect="1" noGrp="1" noRot="1"/>
          </p:cNvSpPr>
          <p:nvPr>
            <p:ph type="sldImg"/>
          </p:nvPr>
        </p:nvSpPr>
        <p:spPr bwMode="auto"/>
      </p:sp>
      <p:sp>
        <p:nvSpPr>
          <p:cNvPr id="1795600627" name="Notes Placeholder 2"/>
          <p:cNvSpPr>
            <a:spLocks noGrp="1"/>
          </p:cNvSpPr>
          <p:nvPr>
            <p:ph type="body" idx="1"/>
          </p:nvPr>
        </p:nvSpPr>
        <p:spPr bwMode="auto"/>
        <p:txBody>
          <a:bodyPr/>
          <a:lstStyle/>
          <a:p>
            <a:pPr>
              <a:defRPr/>
            </a:pPr>
            <a:endParaRPr/>
          </a:p>
        </p:txBody>
      </p:sp>
      <p:sp>
        <p:nvSpPr>
          <p:cNvPr id="1261048501" name="Slide Number Placeholder 3"/>
          <p:cNvSpPr>
            <a:spLocks noGrp="1"/>
          </p:cNvSpPr>
          <p:nvPr>
            <p:ph type="sldNum" sz="quarter" idx="10"/>
          </p:nvPr>
        </p:nvSpPr>
        <p:spPr bwMode="auto"/>
        <p:txBody>
          <a:bodyPr/>
          <a:lstStyle/>
          <a:p>
            <a:pPr>
              <a:defRPr/>
            </a:pPr>
            <a:fld id="{6B0FE726-4E47-DF89-9BD7-15E47E49A192}"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08175532" name="Slide Image Placeholder 1"/>
          <p:cNvSpPr>
            <a:spLocks noChangeAspect="1" noGrp="1" noRot="1"/>
          </p:cNvSpPr>
          <p:nvPr>
            <p:ph type="sldImg"/>
          </p:nvPr>
        </p:nvSpPr>
        <p:spPr bwMode="auto"/>
      </p:sp>
      <p:sp>
        <p:nvSpPr>
          <p:cNvPr id="331856939" name="Notes Placeholder 2"/>
          <p:cNvSpPr>
            <a:spLocks noGrp="1"/>
          </p:cNvSpPr>
          <p:nvPr>
            <p:ph type="body" idx="1"/>
          </p:nvPr>
        </p:nvSpPr>
        <p:spPr bwMode="auto"/>
        <p:txBody>
          <a:bodyPr/>
          <a:lstStyle/>
          <a:p>
            <a:pPr>
              <a:defRPr/>
            </a:pPr>
            <a:endParaRPr/>
          </a:p>
        </p:txBody>
      </p:sp>
      <p:sp>
        <p:nvSpPr>
          <p:cNvPr id="2063563792" name="Slide Number Placeholder 3"/>
          <p:cNvSpPr>
            <a:spLocks noGrp="1"/>
          </p:cNvSpPr>
          <p:nvPr>
            <p:ph type="sldNum" sz="quarter" idx="10"/>
          </p:nvPr>
        </p:nvSpPr>
        <p:spPr bwMode="auto"/>
        <p:txBody>
          <a:bodyPr/>
          <a:lstStyle/>
          <a:p>
            <a:pPr>
              <a:defRPr/>
            </a:pPr>
            <a:fld id="{54CC28B2-0D01-1F2E-4221-CA53D393422A}"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32376138" name="Slide Image Placeholder 1"/>
          <p:cNvSpPr>
            <a:spLocks noChangeAspect="1" noGrp="1" noRot="1"/>
          </p:cNvSpPr>
          <p:nvPr>
            <p:ph type="sldImg"/>
          </p:nvPr>
        </p:nvSpPr>
        <p:spPr bwMode="auto"/>
      </p:sp>
      <p:sp>
        <p:nvSpPr>
          <p:cNvPr id="1517726179" name="Notes Placeholder 2"/>
          <p:cNvSpPr>
            <a:spLocks noGrp="1"/>
          </p:cNvSpPr>
          <p:nvPr>
            <p:ph type="body" idx="1"/>
          </p:nvPr>
        </p:nvSpPr>
        <p:spPr bwMode="auto"/>
        <p:txBody>
          <a:bodyPr/>
          <a:lstStyle/>
          <a:p>
            <a:pPr>
              <a:defRPr/>
            </a:pPr>
            <a:endParaRPr/>
          </a:p>
        </p:txBody>
      </p:sp>
      <p:sp>
        <p:nvSpPr>
          <p:cNvPr id="442696859" name="Slide Number Placeholder 3"/>
          <p:cNvSpPr>
            <a:spLocks noGrp="1"/>
          </p:cNvSpPr>
          <p:nvPr>
            <p:ph type="sldNum" sz="quarter" idx="10"/>
          </p:nvPr>
        </p:nvSpPr>
        <p:spPr bwMode="auto"/>
        <p:txBody>
          <a:bodyPr/>
          <a:lstStyle/>
          <a:p>
            <a:pPr>
              <a:defRPr/>
            </a:pPr>
            <a:fld id="{F142427B-F5AD-B9C5-A765-4FED13D559D1}"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3522186" name="Slide Image Placeholder 1"/>
          <p:cNvSpPr>
            <a:spLocks noChangeAspect="1" noGrp="1" noRot="1"/>
          </p:cNvSpPr>
          <p:nvPr>
            <p:ph type="sldImg"/>
          </p:nvPr>
        </p:nvSpPr>
        <p:spPr bwMode="auto"/>
      </p:sp>
      <p:sp>
        <p:nvSpPr>
          <p:cNvPr id="1556779690" name="Notes Placeholder 2"/>
          <p:cNvSpPr>
            <a:spLocks noGrp="1"/>
          </p:cNvSpPr>
          <p:nvPr>
            <p:ph type="body" idx="1"/>
          </p:nvPr>
        </p:nvSpPr>
        <p:spPr bwMode="auto"/>
        <p:txBody>
          <a:bodyPr/>
          <a:lstStyle/>
          <a:p>
            <a:pPr>
              <a:defRPr/>
            </a:pPr>
            <a:endParaRPr/>
          </a:p>
        </p:txBody>
      </p:sp>
      <p:sp>
        <p:nvSpPr>
          <p:cNvPr id="771450478" name="Slide Number Placeholder 3"/>
          <p:cNvSpPr>
            <a:spLocks noGrp="1"/>
          </p:cNvSpPr>
          <p:nvPr>
            <p:ph type="sldNum" sz="quarter" idx="10"/>
          </p:nvPr>
        </p:nvSpPr>
        <p:spPr bwMode="auto"/>
        <p:txBody>
          <a:bodyPr/>
          <a:lstStyle/>
          <a:p>
            <a:pPr>
              <a:defRPr/>
            </a:pPr>
            <a:fld id="{6686A674-6AEA-A8E2-C04C-2BBA3E55BE52}"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5924570" name="Slide Image Placeholder 1"/>
          <p:cNvSpPr>
            <a:spLocks noChangeAspect="1" noGrp="1" noRot="1"/>
          </p:cNvSpPr>
          <p:nvPr>
            <p:ph type="sldImg"/>
          </p:nvPr>
        </p:nvSpPr>
        <p:spPr bwMode="auto"/>
      </p:sp>
      <p:sp>
        <p:nvSpPr>
          <p:cNvPr id="897924879" name="Notes Placeholder 2"/>
          <p:cNvSpPr>
            <a:spLocks noGrp="1"/>
          </p:cNvSpPr>
          <p:nvPr>
            <p:ph type="body" idx="1"/>
          </p:nvPr>
        </p:nvSpPr>
        <p:spPr bwMode="auto"/>
        <p:txBody>
          <a:bodyPr/>
          <a:lstStyle/>
          <a:p>
            <a:pPr>
              <a:defRPr/>
            </a:pPr>
            <a:endParaRPr/>
          </a:p>
        </p:txBody>
      </p:sp>
      <p:sp>
        <p:nvSpPr>
          <p:cNvPr id="1286535125" name="Slide Number Placeholder 3"/>
          <p:cNvSpPr>
            <a:spLocks noGrp="1"/>
          </p:cNvSpPr>
          <p:nvPr>
            <p:ph type="sldNum" sz="quarter" idx="10"/>
          </p:nvPr>
        </p:nvSpPr>
        <p:spPr bwMode="auto"/>
        <p:txBody>
          <a:bodyPr/>
          <a:lstStyle/>
          <a:p>
            <a:pPr>
              <a:defRPr/>
            </a:pPr>
            <a:fld id="{91ACFAC2-C0AF-E5F4-D804-83E03AC7B3F4}"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92349619" name="Slide Image Placeholder 1"/>
          <p:cNvSpPr>
            <a:spLocks noChangeAspect="1" noGrp="1" noRot="1"/>
          </p:cNvSpPr>
          <p:nvPr>
            <p:ph type="sldImg"/>
          </p:nvPr>
        </p:nvSpPr>
        <p:spPr bwMode="auto"/>
      </p:sp>
      <p:sp>
        <p:nvSpPr>
          <p:cNvPr id="1153542745" name="Notes Placeholder 2"/>
          <p:cNvSpPr>
            <a:spLocks noGrp="1"/>
          </p:cNvSpPr>
          <p:nvPr>
            <p:ph type="body" idx="1"/>
          </p:nvPr>
        </p:nvSpPr>
        <p:spPr bwMode="auto"/>
        <p:txBody>
          <a:bodyPr/>
          <a:lstStyle/>
          <a:p>
            <a:pPr>
              <a:defRPr/>
            </a:pPr>
            <a:endParaRPr/>
          </a:p>
        </p:txBody>
      </p:sp>
      <p:sp>
        <p:nvSpPr>
          <p:cNvPr id="1133158878" name="Slide Number Placeholder 3"/>
          <p:cNvSpPr>
            <a:spLocks noGrp="1"/>
          </p:cNvSpPr>
          <p:nvPr>
            <p:ph type="sldNum" sz="quarter" idx="10"/>
          </p:nvPr>
        </p:nvSpPr>
        <p:spPr bwMode="auto"/>
        <p:txBody>
          <a:bodyPr/>
          <a:lstStyle/>
          <a:p>
            <a:pPr>
              <a:defRPr/>
            </a:pPr>
            <a:fld id="{B5E115F7-FFE7-26D5-3E85-DFA1A3BAFE63}"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409884322" name="Title 1"/>
          <p:cNvSpPr>
            <a:spLocks noGrp="1"/>
          </p:cNvSpPr>
          <p:nvPr>
            <p:ph type="ctrTitle"/>
          </p:nvPr>
        </p:nvSpPr>
        <p:spPr bwMode="auto">
          <a:xfrm>
            <a:off x="1524000" y="1122363"/>
            <a:ext cx="9144000" cy="2387600"/>
          </a:xfrm>
        </p:spPr>
        <p:txBody>
          <a:bodyPr anchor="b"/>
          <a:lstStyle>
            <a:lvl1pPr algn="ctr">
              <a:defRPr sz="5400"/>
            </a:lvl1pPr>
          </a:lstStyle>
          <a:p>
            <a:pPr>
              <a:defRPr/>
            </a:pPr>
            <a:r>
              <a:rPr lang="en-US"/>
              <a:t>Click to edit Master title style</a:t>
            </a:r>
            <a:endParaRPr lang="en-US"/>
          </a:p>
        </p:txBody>
      </p:sp>
      <p:sp>
        <p:nvSpPr>
          <p:cNvPr id="1250302144" name="Subtitle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Click to edit Master subtitle style</a:t>
            </a:r>
            <a:endParaRPr/>
          </a:p>
        </p:txBody>
      </p:sp>
      <p:sp>
        <p:nvSpPr>
          <p:cNvPr id="102238449" name="Date Placeholder 3"/>
          <p:cNvSpPr>
            <a:spLocks noGrp="1"/>
          </p:cNvSpPr>
          <p:nvPr>
            <p:ph type="dt" sz="half" idx="10"/>
          </p:nvPr>
        </p:nvSpPr>
        <p:spPr bwMode="auto"/>
        <p:txBody>
          <a:bodyPr/>
          <a:lstStyle/>
          <a:p>
            <a:pPr>
              <a:defRPr/>
            </a:pPr>
            <a:fld id="{073D55F9-11A3-4523-8F38-6BA37933791A}" type="datetime1">
              <a:rPr lang="en-US"/>
              <a:t>9/19/2025</a:t>
            </a:fld>
            <a:endParaRPr lang="en-US"/>
          </a:p>
        </p:txBody>
      </p:sp>
      <p:sp>
        <p:nvSpPr>
          <p:cNvPr id="1018628105" name="Footer Placeholder 4"/>
          <p:cNvSpPr>
            <a:spLocks noGrp="1"/>
          </p:cNvSpPr>
          <p:nvPr>
            <p:ph type="ftr" sz="quarter" idx="11"/>
          </p:nvPr>
        </p:nvSpPr>
        <p:spPr bwMode="auto"/>
        <p:txBody>
          <a:bodyPr/>
          <a:lstStyle/>
          <a:p>
            <a:pPr>
              <a:defRPr/>
            </a:pPr>
            <a:r>
              <a:rPr lang="en-US"/>
              <a:t>Sample Footer Text</a:t>
            </a:r>
            <a:endParaRPr/>
          </a:p>
        </p:txBody>
      </p:sp>
      <p:sp>
        <p:nvSpPr>
          <p:cNvPr id="732705234" name="Slide Number Placeholder 5"/>
          <p:cNvSpPr>
            <a:spLocks noGrp="1"/>
          </p:cNvSpPr>
          <p:nvPr>
            <p:ph type="sldNum" sz="quarter" idx="12"/>
          </p:nvPr>
        </p:nvSpPr>
        <p:spPr bwMode="auto"/>
        <p:txBody>
          <a:bodyPr/>
          <a:lstStyle/>
          <a:p>
            <a:pPr>
              <a:defRPr/>
            </a:pPr>
            <a:fld id="{11A71338-8BA2-4C79-A6C5-5A8E30081D0C}"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529448310" name="Title 1"/>
          <p:cNvSpPr>
            <a:spLocks noGrp="1"/>
          </p:cNvSpPr>
          <p:nvPr>
            <p:ph type="title"/>
          </p:nvPr>
        </p:nvSpPr>
        <p:spPr bwMode="auto"/>
        <p:txBody>
          <a:bodyPr/>
          <a:lstStyle/>
          <a:p>
            <a:pPr>
              <a:defRPr/>
            </a:pPr>
            <a:r>
              <a:rPr lang="en-US"/>
              <a:t>Click to edit Master title style</a:t>
            </a:r>
            <a:endParaRPr lang="en-US"/>
          </a:p>
        </p:txBody>
      </p:sp>
      <p:sp>
        <p:nvSpPr>
          <p:cNvPr id="749586492" name="Content Placeholder 2"/>
          <p:cNvSpPr>
            <a:spLocks noGrp="1"/>
          </p:cNvSpPr>
          <p:nvPr>
            <p:ph idx="1"/>
          </p:nvPr>
        </p:nvSpPr>
        <p:spPr bwMode="auto"/>
        <p:txBody>
          <a:bodyPr/>
          <a:lstStyle>
            <a:lvl1pPr marL="228600" indent="-228600">
              <a:buFont typeface="Arial"/>
              <a:buChar char="•"/>
              <a:defRPr/>
            </a:lvl1pPr>
            <a:lvl2pPr marL="228600" indent="-228600">
              <a:buFont typeface="Arial"/>
              <a:buChar char="•"/>
              <a:defRPr/>
            </a:lvl2pPr>
            <a:lvl3pPr marL="228600" indent="-228600">
              <a:buFont typeface="Arial"/>
              <a:buChar char="•"/>
              <a:defRPr/>
            </a:lvl3pPr>
            <a:lvl4pPr marL="228600" indent="-228600">
              <a:buFont typeface="Arial"/>
              <a:buChar char="•"/>
              <a:defRPr/>
            </a:lvl4pPr>
            <a:lvl5pPr marL="228600" indent="-228600">
              <a:buFont typeface="Arial"/>
              <a:buChar char="•"/>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970849985" name="Date Placeholder 3"/>
          <p:cNvSpPr>
            <a:spLocks noGrp="1"/>
          </p:cNvSpPr>
          <p:nvPr>
            <p:ph type="dt" sz="half" idx="10"/>
          </p:nvPr>
        </p:nvSpPr>
        <p:spPr bwMode="auto"/>
        <p:txBody>
          <a:bodyPr/>
          <a:lstStyle/>
          <a:p>
            <a:pPr>
              <a:defRPr/>
            </a:pPr>
            <a:fld id="{1CB9D56B-6EBE-4E5F-99D9-2A3DBDF37D0A}" type="datetime1">
              <a:rPr lang="en-US"/>
              <a:t>9/19/2025</a:t>
            </a:fld>
            <a:endParaRPr lang="en-US"/>
          </a:p>
        </p:txBody>
      </p:sp>
      <p:sp>
        <p:nvSpPr>
          <p:cNvPr id="1722485235" name="Footer Placeholder 4"/>
          <p:cNvSpPr>
            <a:spLocks noGrp="1"/>
          </p:cNvSpPr>
          <p:nvPr>
            <p:ph type="ftr" sz="quarter" idx="11"/>
          </p:nvPr>
        </p:nvSpPr>
        <p:spPr bwMode="auto"/>
        <p:txBody>
          <a:bodyPr/>
          <a:lstStyle/>
          <a:p>
            <a:pPr>
              <a:defRPr/>
            </a:pPr>
            <a:r>
              <a:rPr lang="en-US"/>
              <a:t>Sample Footer Text</a:t>
            </a:r>
            <a:endParaRPr/>
          </a:p>
        </p:txBody>
      </p:sp>
      <p:sp>
        <p:nvSpPr>
          <p:cNvPr id="141590103" name="Slide Number Placeholder 5"/>
          <p:cNvSpPr>
            <a:spLocks noGrp="1"/>
          </p:cNvSpPr>
          <p:nvPr>
            <p:ph type="sldNum" sz="quarter" idx="12"/>
          </p:nvPr>
        </p:nvSpPr>
        <p:spPr bwMode="auto"/>
        <p:txBody>
          <a:bodyPr/>
          <a:lstStyle/>
          <a:p>
            <a:pPr>
              <a:defRPr/>
            </a:pPr>
            <a:fld id="{11A71338-8BA2-4C79-A6C5-5A8E30081D0C}"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1928918921" name="Title 1"/>
          <p:cNvSpPr>
            <a:spLocks noGrp="1"/>
          </p:cNvSpPr>
          <p:nvPr>
            <p:ph type="title"/>
          </p:nvPr>
        </p:nvSpPr>
        <p:spPr bwMode="auto">
          <a:xfrm>
            <a:off x="457200" y="1709738"/>
            <a:ext cx="10890250" cy="2852737"/>
          </a:xfrm>
        </p:spPr>
        <p:txBody>
          <a:bodyPr anchor="b"/>
          <a:lstStyle>
            <a:lvl1pPr>
              <a:defRPr sz="5400"/>
            </a:lvl1pPr>
          </a:lstStyle>
          <a:p>
            <a:pPr>
              <a:defRPr/>
            </a:pPr>
            <a:r>
              <a:rPr lang="en-US"/>
              <a:t>Click to edit Master title style</a:t>
            </a:r>
            <a:endParaRPr lang="en-US"/>
          </a:p>
        </p:txBody>
      </p:sp>
      <p:sp>
        <p:nvSpPr>
          <p:cNvPr id="552030107" name="Text Placeholder 2"/>
          <p:cNvSpPr>
            <a:spLocks noGrp="1"/>
          </p:cNvSpPr>
          <p:nvPr>
            <p:ph type="body" idx="1"/>
          </p:nvPr>
        </p:nvSpPr>
        <p:spPr bwMode="auto">
          <a:xfrm>
            <a:off x="457200" y="4589463"/>
            <a:ext cx="10890250" cy="1500187"/>
          </a:xfrm>
        </p:spPr>
        <p:txBody>
          <a:bodyPr/>
          <a:lstStyle>
            <a:lvl1pPr marL="0" indent="0">
              <a:buNone/>
              <a:defRPr sz="2400">
                <a:solidFill>
                  <a:srgbClr val="FFFFFF"/>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en-US"/>
              <a:t>Click to edit Master text styles</a:t>
            </a:r>
            <a:endParaRPr/>
          </a:p>
        </p:txBody>
      </p:sp>
      <p:sp>
        <p:nvSpPr>
          <p:cNvPr id="1947610074" name="Date Placeholder 3"/>
          <p:cNvSpPr>
            <a:spLocks noGrp="1"/>
          </p:cNvSpPr>
          <p:nvPr>
            <p:ph type="dt" sz="half" idx="10"/>
          </p:nvPr>
        </p:nvSpPr>
        <p:spPr bwMode="auto"/>
        <p:txBody>
          <a:bodyPr/>
          <a:lstStyle/>
          <a:p>
            <a:pPr>
              <a:defRPr/>
            </a:pPr>
            <a:fld id="{8C33F3CA-C7E3-432D-9282-18F13836509A}" type="datetime1">
              <a:rPr lang="en-US"/>
              <a:t>9/19/2025</a:t>
            </a:fld>
            <a:endParaRPr lang="en-US"/>
          </a:p>
        </p:txBody>
      </p:sp>
      <p:sp>
        <p:nvSpPr>
          <p:cNvPr id="370214592" name="Footer Placeholder 4"/>
          <p:cNvSpPr>
            <a:spLocks noGrp="1"/>
          </p:cNvSpPr>
          <p:nvPr>
            <p:ph type="ftr" sz="quarter" idx="11"/>
          </p:nvPr>
        </p:nvSpPr>
        <p:spPr bwMode="auto"/>
        <p:txBody>
          <a:bodyPr/>
          <a:lstStyle/>
          <a:p>
            <a:pPr>
              <a:defRPr/>
            </a:pPr>
            <a:r>
              <a:rPr lang="en-US"/>
              <a:t>Sample Footer Text</a:t>
            </a:r>
            <a:endParaRPr/>
          </a:p>
        </p:txBody>
      </p:sp>
      <p:sp>
        <p:nvSpPr>
          <p:cNvPr id="619671485" name="Slide Number Placeholder 5"/>
          <p:cNvSpPr>
            <a:spLocks noGrp="1"/>
          </p:cNvSpPr>
          <p:nvPr>
            <p:ph type="sldNum" sz="quarter" idx="12"/>
          </p:nvPr>
        </p:nvSpPr>
        <p:spPr bwMode="auto"/>
        <p:txBody>
          <a:bodyPr/>
          <a:lstStyle/>
          <a:p>
            <a:pPr>
              <a:defRPr/>
            </a:pPr>
            <a:fld id="{11A71338-8BA2-4C79-A6C5-5A8E30081D0C}"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923332660" name="Title 1"/>
          <p:cNvSpPr>
            <a:spLocks noGrp="1"/>
          </p:cNvSpPr>
          <p:nvPr>
            <p:ph type="title"/>
          </p:nvPr>
        </p:nvSpPr>
        <p:spPr bwMode="auto"/>
        <p:txBody>
          <a:bodyPr/>
          <a:lstStyle/>
          <a:p>
            <a:pPr>
              <a:defRPr/>
            </a:pPr>
            <a:r>
              <a:rPr lang="en-US"/>
              <a:t>Click to edit Master title style</a:t>
            </a:r>
            <a:endParaRPr lang="en-US"/>
          </a:p>
        </p:txBody>
      </p:sp>
      <p:sp>
        <p:nvSpPr>
          <p:cNvPr id="1861154150" name="Content Placeholder 2"/>
          <p:cNvSpPr>
            <a:spLocks noGrp="1"/>
          </p:cNvSpPr>
          <p:nvPr>
            <p:ph sz="half" idx="1"/>
          </p:nvPr>
        </p:nvSpPr>
        <p:spPr bwMode="auto">
          <a:xfrm>
            <a:off x="457200" y="1825625"/>
            <a:ext cx="5562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853524222" name="Content Placeholder 3"/>
          <p:cNvSpPr>
            <a:spLocks noGrp="1"/>
          </p:cNvSpPr>
          <p:nvPr>
            <p:ph sz="half" idx="2"/>
          </p:nvPr>
        </p:nvSpPr>
        <p:spPr bwMode="auto">
          <a:xfrm>
            <a:off x="6172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717636142" name="Date Placeholder 4"/>
          <p:cNvSpPr>
            <a:spLocks noGrp="1"/>
          </p:cNvSpPr>
          <p:nvPr>
            <p:ph type="dt" sz="half" idx="10"/>
          </p:nvPr>
        </p:nvSpPr>
        <p:spPr bwMode="auto"/>
        <p:txBody>
          <a:bodyPr/>
          <a:lstStyle/>
          <a:p>
            <a:pPr>
              <a:defRPr/>
            </a:pPr>
            <a:fld id="{75BE9C62-1337-40B8-BA50-E9F4861DB4BC}" type="datetime1">
              <a:rPr lang="en-US"/>
              <a:t>9/19/2025</a:t>
            </a:fld>
            <a:endParaRPr lang="en-US"/>
          </a:p>
        </p:txBody>
      </p:sp>
      <p:sp>
        <p:nvSpPr>
          <p:cNvPr id="1332180000" name="Footer Placeholder 5"/>
          <p:cNvSpPr>
            <a:spLocks noGrp="1"/>
          </p:cNvSpPr>
          <p:nvPr>
            <p:ph type="ftr" sz="quarter" idx="11"/>
          </p:nvPr>
        </p:nvSpPr>
        <p:spPr bwMode="auto"/>
        <p:txBody>
          <a:bodyPr/>
          <a:lstStyle/>
          <a:p>
            <a:pPr>
              <a:defRPr/>
            </a:pPr>
            <a:r>
              <a:rPr lang="en-US"/>
              <a:t>Sample Footer Text</a:t>
            </a:r>
            <a:endParaRPr/>
          </a:p>
        </p:txBody>
      </p:sp>
      <p:sp>
        <p:nvSpPr>
          <p:cNvPr id="1087748943" name="Slide Number Placeholder 6"/>
          <p:cNvSpPr>
            <a:spLocks noGrp="1"/>
          </p:cNvSpPr>
          <p:nvPr>
            <p:ph type="sldNum" sz="quarter" idx="12"/>
          </p:nvPr>
        </p:nvSpPr>
        <p:spPr bwMode="auto"/>
        <p:txBody>
          <a:bodyPr/>
          <a:lstStyle/>
          <a:p>
            <a:pPr>
              <a:defRPr/>
            </a:pPr>
            <a:fld id="{11A71338-8BA2-4C79-A6C5-5A8E30081D0C}"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1770036114" name="Title 1"/>
          <p:cNvSpPr>
            <a:spLocks noGrp="1"/>
          </p:cNvSpPr>
          <p:nvPr>
            <p:ph type="title"/>
          </p:nvPr>
        </p:nvSpPr>
        <p:spPr bwMode="auto">
          <a:xfrm>
            <a:off x="839788" y="365125"/>
            <a:ext cx="10515600" cy="1325563"/>
          </a:xfrm>
        </p:spPr>
        <p:txBody>
          <a:bodyPr/>
          <a:lstStyle/>
          <a:p>
            <a:pPr>
              <a:defRPr/>
            </a:pPr>
            <a:r>
              <a:rPr lang="en-US"/>
              <a:t>Click to edit Master title style</a:t>
            </a:r>
            <a:endParaRPr/>
          </a:p>
        </p:txBody>
      </p:sp>
      <p:sp>
        <p:nvSpPr>
          <p:cNvPr id="2126919373" name="Text Placeholder 2"/>
          <p:cNvSpPr>
            <a:spLocks noGrp="1"/>
          </p:cNvSpPr>
          <p:nvPr>
            <p:ph type="body" idx="1"/>
          </p:nvPr>
        </p:nvSpPr>
        <p:spPr bwMode="auto">
          <a:xfrm>
            <a:off x="839788" y="1820863"/>
            <a:ext cx="5157787" cy="1150937"/>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654692085" name="Content Placeholder 3"/>
          <p:cNvSpPr>
            <a:spLocks noGrp="1"/>
          </p:cNvSpPr>
          <p:nvPr>
            <p:ph sz="half" idx="2"/>
          </p:nvPr>
        </p:nvSpPr>
        <p:spPr bwMode="auto">
          <a:xfrm>
            <a:off x="839788" y="3101975"/>
            <a:ext cx="5157787" cy="3087687"/>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632382901" name="Text Placeholder 4"/>
          <p:cNvSpPr>
            <a:spLocks noGrp="1"/>
          </p:cNvSpPr>
          <p:nvPr>
            <p:ph type="body" sz="quarter" idx="3"/>
          </p:nvPr>
        </p:nvSpPr>
        <p:spPr bwMode="auto">
          <a:xfrm>
            <a:off x="6172200" y="1820863"/>
            <a:ext cx="5183188" cy="1150937"/>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22461527" name="Content Placeholder 5"/>
          <p:cNvSpPr>
            <a:spLocks noGrp="1"/>
          </p:cNvSpPr>
          <p:nvPr>
            <p:ph sz="quarter" idx="4"/>
          </p:nvPr>
        </p:nvSpPr>
        <p:spPr bwMode="auto">
          <a:xfrm>
            <a:off x="6172200" y="3101975"/>
            <a:ext cx="5183188" cy="3087687"/>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91356997" name="Date Placeholder 6"/>
          <p:cNvSpPr>
            <a:spLocks noGrp="1"/>
          </p:cNvSpPr>
          <p:nvPr>
            <p:ph type="dt" sz="half" idx="10"/>
          </p:nvPr>
        </p:nvSpPr>
        <p:spPr bwMode="auto"/>
        <p:txBody>
          <a:bodyPr/>
          <a:lstStyle/>
          <a:p>
            <a:pPr>
              <a:defRPr/>
            </a:pPr>
            <a:fld id="{47C195EB-2DA3-4B24-8725-19BC22A7BE50}" type="datetime1">
              <a:rPr lang="en-US"/>
              <a:t>9/19/2025</a:t>
            </a:fld>
            <a:endParaRPr lang="en-US"/>
          </a:p>
        </p:txBody>
      </p:sp>
      <p:sp>
        <p:nvSpPr>
          <p:cNvPr id="1172016201" name="Footer Placeholder 7"/>
          <p:cNvSpPr>
            <a:spLocks noGrp="1"/>
          </p:cNvSpPr>
          <p:nvPr>
            <p:ph type="ftr" sz="quarter" idx="11"/>
          </p:nvPr>
        </p:nvSpPr>
        <p:spPr bwMode="auto"/>
        <p:txBody>
          <a:bodyPr/>
          <a:lstStyle/>
          <a:p>
            <a:pPr>
              <a:defRPr/>
            </a:pPr>
            <a:r>
              <a:rPr lang="en-US"/>
              <a:t>Sample Footer Text</a:t>
            </a:r>
            <a:endParaRPr/>
          </a:p>
        </p:txBody>
      </p:sp>
      <p:sp>
        <p:nvSpPr>
          <p:cNvPr id="1413709814" name="Slide Number Placeholder 8"/>
          <p:cNvSpPr>
            <a:spLocks noGrp="1"/>
          </p:cNvSpPr>
          <p:nvPr>
            <p:ph type="sldNum" sz="quarter" idx="12"/>
          </p:nvPr>
        </p:nvSpPr>
        <p:spPr bwMode="auto"/>
        <p:txBody>
          <a:bodyPr/>
          <a:lstStyle/>
          <a:p>
            <a:pPr>
              <a:defRPr/>
            </a:pPr>
            <a:fld id="{11A71338-8BA2-4C79-A6C5-5A8E30081D0C}"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1879668066" name="Title 1"/>
          <p:cNvSpPr>
            <a:spLocks noGrp="1"/>
          </p:cNvSpPr>
          <p:nvPr>
            <p:ph type="title"/>
          </p:nvPr>
        </p:nvSpPr>
        <p:spPr bwMode="auto"/>
        <p:txBody>
          <a:bodyPr/>
          <a:lstStyle/>
          <a:p>
            <a:pPr>
              <a:defRPr/>
            </a:pPr>
            <a:r>
              <a:rPr lang="en-US"/>
              <a:t>Click to edit Master title style</a:t>
            </a:r>
            <a:endParaRPr lang="en-US"/>
          </a:p>
        </p:txBody>
      </p:sp>
      <p:sp>
        <p:nvSpPr>
          <p:cNvPr id="1257731832" name="Date Placeholder 2"/>
          <p:cNvSpPr>
            <a:spLocks noGrp="1"/>
          </p:cNvSpPr>
          <p:nvPr>
            <p:ph type="dt" sz="half" idx="10"/>
          </p:nvPr>
        </p:nvSpPr>
        <p:spPr bwMode="auto"/>
        <p:txBody>
          <a:bodyPr/>
          <a:lstStyle/>
          <a:p>
            <a:pPr>
              <a:defRPr/>
            </a:pPr>
            <a:fld id="{F4E237E6-0076-4915-A5A8-B7C11FA4F374}" type="datetime1">
              <a:rPr lang="en-US"/>
              <a:t>9/19/2025</a:t>
            </a:fld>
            <a:endParaRPr lang="en-US"/>
          </a:p>
        </p:txBody>
      </p:sp>
      <p:sp>
        <p:nvSpPr>
          <p:cNvPr id="906082321" name="Footer Placeholder 3"/>
          <p:cNvSpPr>
            <a:spLocks noGrp="1"/>
          </p:cNvSpPr>
          <p:nvPr>
            <p:ph type="ftr" sz="quarter" idx="11"/>
          </p:nvPr>
        </p:nvSpPr>
        <p:spPr bwMode="auto"/>
        <p:txBody>
          <a:bodyPr/>
          <a:lstStyle/>
          <a:p>
            <a:pPr>
              <a:defRPr/>
            </a:pPr>
            <a:r>
              <a:rPr lang="en-US"/>
              <a:t>Sample Footer Text</a:t>
            </a:r>
            <a:endParaRPr/>
          </a:p>
        </p:txBody>
      </p:sp>
      <p:sp>
        <p:nvSpPr>
          <p:cNvPr id="1304286653" name="Slide Number Placeholder 4"/>
          <p:cNvSpPr>
            <a:spLocks noGrp="1"/>
          </p:cNvSpPr>
          <p:nvPr>
            <p:ph type="sldNum" sz="quarter" idx="12"/>
          </p:nvPr>
        </p:nvSpPr>
        <p:spPr bwMode="auto"/>
        <p:txBody>
          <a:bodyPr/>
          <a:lstStyle/>
          <a:p>
            <a:pPr>
              <a:defRPr/>
            </a:pPr>
            <a:fld id="{11A71338-8BA2-4C79-A6C5-5A8E30081D0C}"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1513846483" name="Date Placeholder 1"/>
          <p:cNvSpPr>
            <a:spLocks noGrp="1"/>
          </p:cNvSpPr>
          <p:nvPr>
            <p:ph type="dt" sz="half" idx="10"/>
          </p:nvPr>
        </p:nvSpPr>
        <p:spPr bwMode="auto"/>
        <p:txBody>
          <a:bodyPr/>
          <a:lstStyle/>
          <a:p>
            <a:pPr>
              <a:defRPr/>
            </a:pPr>
            <a:fld id="{3505F58F-C0B5-422A-8E5A-6B99E5D80F0A}" type="datetime1">
              <a:rPr lang="en-US"/>
              <a:t>9/19/2025</a:t>
            </a:fld>
            <a:endParaRPr lang="en-US"/>
          </a:p>
        </p:txBody>
      </p:sp>
      <p:sp>
        <p:nvSpPr>
          <p:cNvPr id="1657277623" name="Footer Placeholder 2"/>
          <p:cNvSpPr>
            <a:spLocks noGrp="1"/>
          </p:cNvSpPr>
          <p:nvPr>
            <p:ph type="ftr" sz="quarter" idx="11"/>
          </p:nvPr>
        </p:nvSpPr>
        <p:spPr bwMode="auto"/>
        <p:txBody>
          <a:bodyPr/>
          <a:lstStyle/>
          <a:p>
            <a:pPr>
              <a:defRPr/>
            </a:pPr>
            <a:r>
              <a:rPr lang="en-US"/>
              <a:t>Sample Footer Text</a:t>
            </a:r>
            <a:endParaRPr/>
          </a:p>
        </p:txBody>
      </p:sp>
      <p:sp>
        <p:nvSpPr>
          <p:cNvPr id="1285692627" name="Slide Number Placeholder 3"/>
          <p:cNvSpPr>
            <a:spLocks noGrp="1"/>
          </p:cNvSpPr>
          <p:nvPr>
            <p:ph type="sldNum" sz="quarter" idx="12"/>
          </p:nvPr>
        </p:nvSpPr>
        <p:spPr bwMode="auto"/>
        <p:txBody>
          <a:bodyPr/>
          <a:lstStyle/>
          <a:p>
            <a:pPr>
              <a:defRPr/>
            </a:pPr>
            <a:fld id="{11A71338-8BA2-4C79-A6C5-5A8E30081D0C}"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1801540500" name="Title 1"/>
          <p:cNvSpPr>
            <a:spLocks noGrp="1"/>
          </p:cNvSpPr>
          <p:nvPr>
            <p:ph type="title"/>
          </p:nvPr>
        </p:nvSpPr>
        <p:spPr bwMode="auto">
          <a:xfrm>
            <a:off x="839788" y="685800"/>
            <a:ext cx="3932237" cy="1981200"/>
          </a:xfrm>
        </p:spPr>
        <p:txBody>
          <a:bodyPr anchor="b"/>
          <a:lstStyle>
            <a:lvl1pPr>
              <a:defRPr sz="4400"/>
            </a:lvl1pPr>
          </a:lstStyle>
          <a:p>
            <a:pPr>
              <a:defRPr/>
            </a:pPr>
            <a:r>
              <a:rPr lang="en-US"/>
              <a:t>Click to edit Master title style</a:t>
            </a:r>
            <a:endParaRPr lang="en-US"/>
          </a:p>
        </p:txBody>
      </p:sp>
      <p:sp>
        <p:nvSpPr>
          <p:cNvPr id="36466923" name="Content Placeholder 2"/>
          <p:cNvSpPr>
            <a:spLocks noGrp="1"/>
          </p:cNvSpPr>
          <p:nvPr>
            <p:ph idx="1"/>
          </p:nvPr>
        </p:nvSpPr>
        <p:spPr bwMode="auto">
          <a:xfrm>
            <a:off x="5183188" y="685801"/>
            <a:ext cx="6172200" cy="51752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029316511" name="Text Placeholder 3"/>
          <p:cNvSpPr>
            <a:spLocks noGrp="1"/>
          </p:cNvSpPr>
          <p:nvPr>
            <p:ph type="body" sz="half" idx="2"/>
          </p:nvPr>
        </p:nvSpPr>
        <p:spPr bwMode="auto">
          <a:xfrm>
            <a:off x="839788" y="2971800"/>
            <a:ext cx="3932237" cy="2897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723134830" name="Date Placeholder 4"/>
          <p:cNvSpPr>
            <a:spLocks noGrp="1"/>
          </p:cNvSpPr>
          <p:nvPr>
            <p:ph type="dt" sz="half" idx="10"/>
          </p:nvPr>
        </p:nvSpPr>
        <p:spPr bwMode="auto"/>
        <p:txBody>
          <a:bodyPr/>
          <a:lstStyle/>
          <a:p>
            <a:pPr>
              <a:defRPr/>
            </a:pPr>
            <a:fld id="{7565E655-9687-48DF-A33F-F8824CCCB5D1}" type="datetime1">
              <a:rPr lang="en-US"/>
              <a:t>9/19/2025</a:t>
            </a:fld>
            <a:endParaRPr lang="en-US"/>
          </a:p>
        </p:txBody>
      </p:sp>
      <p:sp>
        <p:nvSpPr>
          <p:cNvPr id="1280011972" name="Footer Placeholder 5"/>
          <p:cNvSpPr>
            <a:spLocks noGrp="1"/>
          </p:cNvSpPr>
          <p:nvPr>
            <p:ph type="ftr" sz="quarter" idx="11"/>
          </p:nvPr>
        </p:nvSpPr>
        <p:spPr bwMode="auto"/>
        <p:txBody>
          <a:bodyPr/>
          <a:lstStyle/>
          <a:p>
            <a:pPr>
              <a:defRPr/>
            </a:pPr>
            <a:r>
              <a:rPr lang="en-US"/>
              <a:t>Sample Footer Text</a:t>
            </a:r>
            <a:endParaRPr/>
          </a:p>
        </p:txBody>
      </p:sp>
      <p:sp>
        <p:nvSpPr>
          <p:cNvPr id="1566475060" name="Slide Number Placeholder 6"/>
          <p:cNvSpPr>
            <a:spLocks noGrp="1"/>
          </p:cNvSpPr>
          <p:nvPr>
            <p:ph type="sldNum" sz="quarter" idx="12"/>
          </p:nvPr>
        </p:nvSpPr>
        <p:spPr bwMode="auto"/>
        <p:txBody>
          <a:bodyPr/>
          <a:lstStyle/>
          <a:p>
            <a:pPr>
              <a:defRPr/>
            </a:pPr>
            <a:fld id="{11A71338-8BA2-4C79-A6C5-5A8E30081D0C}"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478737157" name="Title 1"/>
          <p:cNvSpPr>
            <a:spLocks noGrp="1"/>
          </p:cNvSpPr>
          <p:nvPr>
            <p:ph type="title"/>
          </p:nvPr>
        </p:nvSpPr>
        <p:spPr bwMode="auto">
          <a:xfrm>
            <a:off x="839788" y="685800"/>
            <a:ext cx="3932237" cy="2209799"/>
          </a:xfrm>
        </p:spPr>
        <p:txBody>
          <a:bodyPr anchor="b"/>
          <a:lstStyle>
            <a:lvl1pPr>
              <a:defRPr sz="4400"/>
            </a:lvl1pPr>
          </a:lstStyle>
          <a:p>
            <a:pPr>
              <a:defRPr/>
            </a:pPr>
            <a:r>
              <a:rPr lang="en-US"/>
              <a:t>Click to edit Master title style</a:t>
            </a:r>
            <a:endParaRPr lang="en-US"/>
          </a:p>
        </p:txBody>
      </p:sp>
      <p:sp>
        <p:nvSpPr>
          <p:cNvPr id="1226404622" name="Picture Placeholder 2"/>
          <p:cNvSpPr>
            <a:spLocks noGrp="1"/>
          </p:cNvSpPr>
          <p:nvPr>
            <p:ph type="pic" idx="1"/>
          </p:nvPr>
        </p:nvSpPr>
        <p:spPr bwMode="auto">
          <a:xfrm>
            <a:off x="5183188" y="685801"/>
            <a:ext cx="6172200" cy="5175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Click icon to add picture</a:t>
            </a:r>
            <a:endParaRPr lang="en-US"/>
          </a:p>
        </p:txBody>
      </p:sp>
      <p:sp>
        <p:nvSpPr>
          <p:cNvPr id="685231481" name="Text Placeholder 3"/>
          <p:cNvSpPr>
            <a:spLocks noGrp="1"/>
          </p:cNvSpPr>
          <p:nvPr>
            <p:ph type="body" sz="half" idx="2"/>
          </p:nvPr>
        </p:nvSpPr>
        <p:spPr bwMode="auto">
          <a:xfrm>
            <a:off x="839788" y="2971800"/>
            <a:ext cx="3932237" cy="2897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1788339595" name="Date Placeholder 4"/>
          <p:cNvSpPr>
            <a:spLocks noGrp="1"/>
          </p:cNvSpPr>
          <p:nvPr>
            <p:ph type="dt" sz="half" idx="10"/>
          </p:nvPr>
        </p:nvSpPr>
        <p:spPr bwMode="auto"/>
        <p:txBody>
          <a:bodyPr/>
          <a:lstStyle/>
          <a:p>
            <a:pPr>
              <a:defRPr/>
            </a:pPr>
            <a:fld id="{B97FD56A-AAB8-4544-A495-D0645413C9E3}" type="datetime1">
              <a:rPr lang="en-US"/>
              <a:t>9/19/2025</a:t>
            </a:fld>
            <a:endParaRPr lang="en-US"/>
          </a:p>
        </p:txBody>
      </p:sp>
      <p:sp>
        <p:nvSpPr>
          <p:cNvPr id="1650134027" name="Footer Placeholder 5"/>
          <p:cNvSpPr>
            <a:spLocks noGrp="1"/>
          </p:cNvSpPr>
          <p:nvPr>
            <p:ph type="ftr" sz="quarter" idx="11"/>
          </p:nvPr>
        </p:nvSpPr>
        <p:spPr bwMode="auto"/>
        <p:txBody>
          <a:bodyPr/>
          <a:lstStyle/>
          <a:p>
            <a:pPr>
              <a:defRPr/>
            </a:pPr>
            <a:r>
              <a:rPr lang="en-US"/>
              <a:t>Sample Footer Text</a:t>
            </a:r>
            <a:endParaRPr/>
          </a:p>
        </p:txBody>
      </p:sp>
      <p:sp>
        <p:nvSpPr>
          <p:cNvPr id="779810352" name="Slide Number Placeholder 6"/>
          <p:cNvSpPr>
            <a:spLocks noGrp="1"/>
          </p:cNvSpPr>
          <p:nvPr>
            <p:ph type="sldNum" sz="quarter" idx="12"/>
          </p:nvPr>
        </p:nvSpPr>
        <p:spPr bwMode="auto"/>
        <p:txBody>
          <a:bodyPr/>
          <a:lstStyle/>
          <a:p>
            <a:pPr>
              <a:defRPr/>
            </a:pPr>
            <a:fld id="{11A71338-8BA2-4C79-A6C5-5A8E30081D0C}"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2082869515" name="Title 1"/>
          <p:cNvSpPr>
            <a:spLocks noGrp="1"/>
          </p:cNvSpPr>
          <p:nvPr>
            <p:ph type="title"/>
          </p:nvPr>
        </p:nvSpPr>
        <p:spPr bwMode="auto"/>
        <p:txBody>
          <a:bodyPr/>
          <a:lstStyle/>
          <a:p>
            <a:pPr>
              <a:defRPr/>
            </a:pPr>
            <a:r>
              <a:rPr lang="en-US"/>
              <a:t>Click to edit Master title style</a:t>
            </a:r>
            <a:endParaRPr/>
          </a:p>
        </p:txBody>
      </p:sp>
      <p:sp>
        <p:nvSpPr>
          <p:cNvPr id="1644550173"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995451600" name="Date Placeholder 3"/>
          <p:cNvSpPr>
            <a:spLocks noGrp="1"/>
          </p:cNvSpPr>
          <p:nvPr>
            <p:ph type="dt" sz="half" idx="10"/>
          </p:nvPr>
        </p:nvSpPr>
        <p:spPr bwMode="auto"/>
        <p:txBody>
          <a:bodyPr/>
          <a:lstStyle/>
          <a:p>
            <a:pPr>
              <a:defRPr/>
            </a:pPr>
            <a:fld id="{0B4E757A-3EC2-4683-9080-1A460C37C843}" type="datetime1">
              <a:rPr lang="en-US"/>
              <a:t>9/19/2025</a:t>
            </a:fld>
            <a:endParaRPr lang="en-US"/>
          </a:p>
        </p:txBody>
      </p:sp>
      <p:sp>
        <p:nvSpPr>
          <p:cNvPr id="663886279" name="Footer Placeholder 4"/>
          <p:cNvSpPr>
            <a:spLocks noGrp="1"/>
          </p:cNvSpPr>
          <p:nvPr>
            <p:ph type="ftr" sz="quarter" idx="11"/>
          </p:nvPr>
        </p:nvSpPr>
        <p:spPr bwMode="auto"/>
        <p:txBody>
          <a:bodyPr/>
          <a:lstStyle/>
          <a:p>
            <a:pPr>
              <a:defRPr/>
            </a:pPr>
            <a:r>
              <a:rPr lang="en-US"/>
              <a:t>Sample Footer Text</a:t>
            </a:r>
            <a:endParaRPr/>
          </a:p>
        </p:txBody>
      </p:sp>
      <p:sp>
        <p:nvSpPr>
          <p:cNvPr id="687360911" name="Slide Number Placeholder 5"/>
          <p:cNvSpPr>
            <a:spLocks noGrp="1"/>
          </p:cNvSpPr>
          <p:nvPr>
            <p:ph type="sldNum" sz="quarter" idx="12"/>
          </p:nvPr>
        </p:nvSpPr>
        <p:spPr bwMode="auto"/>
        <p:txBody>
          <a:bodyPr/>
          <a:lstStyle/>
          <a:p>
            <a:pPr>
              <a:defRPr/>
            </a:pPr>
            <a:fld id="{11A71338-8BA2-4C79-A6C5-5A8E30081D0C}"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364431017" name="Vertical Title 1"/>
          <p:cNvSpPr>
            <a:spLocks noGrp="1"/>
          </p:cNvSpPr>
          <p:nvPr>
            <p:ph type="title" orient="vert"/>
          </p:nvPr>
        </p:nvSpPr>
        <p:spPr bwMode="auto">
          <a:xfrm>
            <a:off x="8724900" y="365125"/>
            <a:ext cx="2628900" cy="5811838"/>
          </a:xfrm>
        </p:spPr>
        <p:txBody>
          <a:bodyPr vert="eaVert"/>
          <a:lstStyle/>
          <a:p>
            <a:pPr>
              <a:defRPr/>
            </a:pPr>
            <a:r>
              <a:rPr lang="en-US"/>
              <a:t>Click to edit Master title style</a:t>
            </a:r>
            <a:endParaRPr/>
          </a:p>
        </p:txBody>
      </p:sp>
      <p:sp>
        <p:nvSpPr>
          <p:cNvPr id="1559688250" name="Vertical Text Placeholder 2"/>
          <p:cNvSpPr>
            <a:spLocks noGrp="1"/>
          </p:cNvSpPr>
          <p:nvPr>
            <p:ph type="body" orient="vert" idx="1"/>
          </p:nvPr>
        </p:nvSpPr>
        <p:spPr bwMode="auto">
          <a:xfrm>
            <a:off x="838200" y="365125"/>
            <a:ext cx="7734300" cy="5811838"/>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522476674" name="Date Placeholder 3"/>
          <p:cNvSpPr>
            <a:spLocks noGrp="1"/>
          </p:cNvSpPr>
          <p:nvPr>
            <p:ph type="dt" sz="half" idx="10"/>
          </p:nvPr>
        </p:nvSpPr>
        <p:spPr bwMode="auto">
          <a:xfrm>
            <a:off x="523539" y="6324600"/>
            <a:ext cx="2560220" cy="365125"/>
          </a:xfrm>
        </p:spPr>
        <p:txBody>
          <a:bodyPr/>
          <a:lstStyle/>
          <a:p>
            <a:pPr>
              <a:defRPr/>
            </a:pPr>
            <a:fld id="{5CC8096C-64ED-4153-A483-5C02E44AD5C3}" type="datetime1">
              <a:rPr lang="en-US"/>
              <a:t>9/19/2025</a:t>
            </a:fld>
            <a:endParaRPr lang="en-US"/>
          </a:p>
        </p:txBody>
      </p:sp>
      <p:sp>
        <p:nvSpPr>
          <p:cNvPr id="1670907413" name="Footer Placeholder 4"/>
          <p:cNvSpPr>
            <a:spLocks noGrp="1"/>
          </p:cNvSpPr>
          <p:nvPr>
            <p:ph type="ftr" sz="quarter" idx="11"/>
          </p:nvPr>
        </p:nvSpPr>
        <p:spPr bwMode="auto">
          <a:xfrm>
            <a:off x="4267200" y="6319838"/>
            <a:ext cx="3982781" cy="365125"/>
          </a:xfrm>
        </p:spPr>
        <p:txBody>
          <a:bodyPr/>
          <a:lstStyle/>
          <a:p>
            <a:pPr>
              <a:defRPr/>
            </a:pPr>
            <a:r>
              <a:rPr lang="en-US"/>
              <a:t>Sample Footer Text</a:t>
            </a:r>
            <a:endParaRPr/>
          </a:p>
        </p:txBody>
      </p:sp>
      <p:sp>
        <p:nvSpPr>
          <p:cNvPr id="1638204895" name="Slide Number Placeholder 5"/>
          <p:cNvSpPr>
            <a:spLocks noGrp="1"/>
          </p:cNvSpPr>
          <p:nvPr>
            <p:ph type="sldNum" sz="quarter" idx="12"/>
          </p:nvPr>
        </p:nvSpPr>
        <p:spPr bwMode="auto"/>
        <p:txBody>
          <a:bodyPr/>
          <a:lstStyle/>
          <a:p>
            <a:pPr>
              <a:defRPr/>
            </a:pPr>
            <a:fld id="{11A71338-8BA2-4C79-A6C5-5A8E30081D0C}"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097724054" name="Rectangle 114"/>
          <p:cNvSpPr/>
          <p:nvPr/>
        </p:nvSpPr>
        <p:spPr bwMode="auto">
          <a:xfrm>
            <a:off x="0" y="0"/>
            <a:ext cx="121889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schemeClr val="bg1"/>
              </a:solidFill>
            </a:endParaRPr>
          </a:p>
        </p:txBody>
      </p:sp>
      <p:grpSp>
        <p:nvGrpSpPr>
          <p:cNvPr id="1296152853" name="Group 79"/>
          <p:cNvGrpSpPr/>
          <p:nvPr/>
        </p:nvGrpSpPr>
        <p:grpSpPr bwMode="auto">
          <a:xfrm>
            <a:off x="-11413" y="0"/>
            <a:ext cx="12214827" cy="6858000"/>
            <a:chOff x="-6214" y="-1"/>
            <a:chExt cx="12214827" cy="6858000"/>
          </a:xfrm>
        </p:grpSpPr>
        <p:cxnSp>
          <p:nvCxnSpPr>
            <p:cNvPr id="81" name="Straight Connector 80"/>
            <p:cNvCxnSpPr/>
            <p:nvPr/>
          </p:nvCxnSpPr>
          <p:spPr bwMode="auto">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bwMode="auto">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bwMode="auto">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bwMode="auto">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bwMode="auto">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bwMode="auto">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bwMode="auto">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bwMode="auto">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bwMode="auto">
            <a:xfrm>
              <a:off x="5189717"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bwMode="auto">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bwMode="auto">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p:nvPr/>
          </p:nvCxnSpPr>
          <p:spPr bwMode="auto">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p:nvPr/>
          </p:nvCxnSpPr>
          <p:spPr bwMode="auto">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p:nvPr/>
          </p:nvCxnSpPr>
          <p:spPr bwMode="auto">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p:nvPr/>
          </p:nvCxnSpPr>
          <p:spPr bwMode="auto">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p:nvPr/>
          </p:nvCxnSpPr>
          <p:spPr bwMode="auto">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bwMode="auto">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bwMode="auto">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bwMode="auto">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bwMode="auto">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bwMode="auto">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bwMode="auto">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bwMode="auto">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bwMode="auto">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Straight Connector 105"/>
            <p:cNvCxnSpPr/>
            <p:nvPr/>
          </p:nvCxnSpPr>
          <p:spPr bwMode="auto">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bwMode="auto">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bwMode="auto">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bwMode="auto">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bwMode="auto">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700251252" name="Freeform: Shape 148"/>
          <p:cNvSpPr/>
          <p:nvPr/>
        </p:nvSpPr>
        <p:spPr bwMode="auto">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fill="norm" stroke="1" extrusionOk="0">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endParaRPr lang="en-US">
              <a:solidFill>
                <a:schemeClr val="tx1"/>
              </a:solidFill>
            </a:endParaRPr>
          </a:p>
        </p:txBody>
      </p:sp>
      <p:sp>
        <p:nvSpPr>
          <p:cNvPr id="744026037" name="Title Placeholder 1"/>
          <p:cNvSpPr>
            <a:spLocks noGrp="1"/>
          </p:cNvSpPr>
          <p:nvPr>
            <p:ph type="title"/>
          </p:nvPr>
        </p:nvSpPr>
        <p:spPr bwMode="auto">
          <a:xfrm>
            <a:off x="457200" y="365125"/>
            <a:ext cx="10722932" cy="1325563"/>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1152739355" name="Text Placeholder 2"/>
          <p:cNvSpPr>
            <a:spLocks noGrp="1"/>
          </p:cNvSpPr>
          <p:nvPr>
            <p:ph type="body" idx="1"/>
          </p:nvPr>
        </p:nvSpPr>
        <p:spPr bwMode="auto">
          <a:xfrm>
            <a:off x="457200" y="1825625"/>
            <a:ext cx="10722932" cy="4351338"/>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330126893" name="Date Placeholder 3"/>
          <p:cNvSpPr>
            <a:spLocks noGrp="1"/>
          </p:cNvSpPr>
          <p:nvPr>
            <p:ph type="dt" sz="half" idx="2"/>
          </p:nvPr>
        </p:nvSpPr>
        <p:spPr bwMode="auto">
          <a:xfrm>
            <a:off x="457200" y="6324600"/>
            <a:ext cx="2560220" cy="365125"/>
          </a:xfrm>
          <a:prstGeom prst="rect">
            <a:avLst/>
          </a:prstGeom>
        </p:spPr>
        <p:txBody>
          <a:bodyPr vert="horz" lIns="91440" tIns="45720" rIns="91440" bIns="45720" rtlCol="0" anchor="ctr"/>
          <a:lstStyle>
            <a:lvl1pPr algn="l">
              <a:defRPr sz="900" cap="all" spc="150">
                <a:solidFill>
                  <a:srgbClr val="FFFFFF"/>
                </a:solidFill>
              </a:defRPr>
            </a:lvl1pPr>
          </a:lstStyle>
          <a:p>
            <a:pPr>
              <a:defRPr/>
            </a:pPr>
            <a:fld id="{193BAB95-8DA7-460B-B00A-7037C8394FB0}" type="datetime1">
              <a:rPr lang="en-US"/>
              <a:t>9/19/2025</a:t>
            </a:fld>
            <a:endParaRPr lang="en-US"/>
          </a:p>
        </p:txBody>
      </p:sp>
      <p:sp>
        <p:nvSpPr>
          <p:cNvPr id="1370977899" name="Footer Placeholder 4"/>
          <p:cNvSpPr>
            <a:spLocks noGrp="1"/>
          </p:cNvSpPr>
          <p:nvPr>
            <p:ph type="ftr" sz="quarter" idx="3"/>
          </p:nvPr>
        </p:nvSpPr>
        <p:spPr bwMode="auto">
          <a:xfrm>
            <a:off x="4200861" y="6319838"/>
            <a:ext cx="3982781" cy="365125"/>
          </a:xfrm>
          <a:prstGeom prst="rect">
            <a:avLst/>
          </a:prstGeom>
        </p:spPr>
        <p:txBody>
          <a:bodyPr vert="horz" lIns="91440" tIns="45720" rIns="91440" bIns="45720" rtlCol="0" anchor="ctr"/>
          <a:lstStyle>
            <a:lvl1pPr algn="ctr">
              <a:defRPr sz="900" cap="all" spc="150">
                <a:solidFill>
                  <a:srgbClr val="FFFFFF"/>
                </a:solidFill>
              </a:defRPr>
            </a:lvl1pPr>
          </a:lstStyle>
          <a:p>
            <a:pPr>
              <a:defRPr/>
            </a:pPr>
            <a:r>
              <a:rPr lang="en-US"/>
              <a:t>Sample Footer Text</a:t>
            </a:r>
            <a:endParaRPr lang="en-US">
              <a:solidFill>
                <a:srgbClr val="FFFFFF"/>
              </a:solidFill>
            </a:endParaRPr>
          </a:p>
        </p:txBody>
      </p:sp>
      <p:sp>
        <p:nvSpPr>
          <p:cNvPr id="849560177" name="Slide Number Placeholder 5"/>
          <p:cNvSpPr>
            <a:spLocks noGrp="1"/>
          </p:cNvSpPr>
          <p:nvPr>
            <p:ph type="sldNum" sz="quarter" idx="4"/>
          </p:nvPr>
        </p:nvSpPr>
        <p:spPr bwMode="auto">
          <a:xfrm>
            <a:off x="11190806" y="6324600"/>
            <a:ext cx="799078" cy="365125"/>
          </a:xfrm>
          <a:prstGeom prst="rect">
            <a:avLst/>
          </a:prstGeom>
        </p:spPr>
        <p:txBody>
          <a:bodyPr vert="horz" lIns="91440" tIns="45720" rIns="91440" bIns="45720" rtlCol="0" anchor="ctr"/>
          <a:lstStyle>
            <a:lvl1pPr algn="ctr">
              <a:defRPr sz="900" cap="all" spc="150">
                <a:solidFill>
                  <a:srgbClr val="FFFFFF"/>
                </a:solidFill>
              </a:defRPr>
            </a:lvl1pPr>
          </a:lstStyle>
          <a:p>
            <a:pPr>
              <a:defRPr/>
            </a:pPr>
            <a:fld id="{11A71338-8BA2-4C79-A6C5-5A8E30081D0C}" type="slidenum">
              <a:rPr lang="en-US"/>
              <a:t>‹#›</a:t>
            </a:fld>
            <a:endParaRPr lang="en-US"/>
          </a:p>
        </p:txBody>
      </p:sp>
      <p:sp>
        <p:nvSpPr>
          <p:cNvPr id="516294231" name="Freeform: Shape 76"/>
          <p:cNvSpPr/>
          <p:nvPr/>
        </p:nvSpPr>
        <p:spPr bwMode="auto">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fill="norm" stroke="1" extrusionOk="0">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endParaRPr lang="en-US">
              <a:solidFill>
                <a:schemeClr val="tx1"/>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lvl1pPr algn="l" defTabSz="914400" rtl="0">
        <a:lnSpc>
          <a:spcPct val="90000"/>
        </a:lnSpc>
        <a:spcBef>
          <a:spcPts val="0"/>
        </a:spcBef>
        <a:buNone/>
        <a:defRPr sz="4400">
          <a:solidFill>
            <a:srgbClr val="FFFFFF"/>
          </a:solidFill>
          <a:latin typeface="+mj-lt"/>
          <a:ea typeface="+mj-ea"/>
          <a:cs typeface="+mj-cs"/>
        </a:defRPr>
      </a:lvl1pPr>
    </p:titleStyle>
    <p:bodyStyle>
      <a:lvl1pPr marL="228600" indent="-228600" algn="l" defTabSz="914400" rtl="0">
        <a:lnSpc>
          <a:spcPct val="110000"/>
        </a:lnSpc>
        <a:spcBef>
          <a:spcPts val="1000"/>
        </a:spcBef>
        <a:buClr>
          <a:schemeClr val="bg1"/>
        </a:buClr>
        <a:buSzPct val="75000"/>
        <a:buFont typeface="Arial"/>
        <a:buChar char="•"/>
        <a:defRPr sz="2800">
          <a:solidFill>
            <a:srgbClr val="FFFFFF"/>
          </a:solidFill>
          <a:latin typeface="+mn-lt"/>
          <a:ea typeface="+mn-ea"/>
          <a:cs typeface="+mn-cs"/>
        </a:defRPr>
      </a:lvl1pPr>
      <a:lvl2pPr marL="228600" indent="-228600" algn="l" defTabSz="914400" rtl="0">
        <a:lnSpc>
          <a:spcPct val="110000"/>
        </a:lnSpc>
        <a:spcBef>
          <a:spcPts val="500"/>
        </a:spcBef>
        <a:buClr>
          <a:schemeClr val="bg1"/>
        </a:buClr>
        <a:buSzPct val="75000"/>
        <a:buFont typeface="Arial"/>
        <a:buChar char="•"/>
        <a:defRPr sz="2400">
          <a:solidFill>
            <a:srgbClr val="FFFFFF"/>
          </a:solidFill>
          <a:latin typeface="+mn-lt"/>
          <a:ea typeface="+mn-ea"/>
          <a:cs typeface="+mn-cs"/>
        </a:defRPr>
      </a:lvl2pPr>
      <a:lvl3pPr marL="228600" indent="-228600" algn="l" defTabSz="914400" rtl="0">
        <a:lnSpc>
          <a:spcPct val="110000"/>
        </a:lnSpc>
        <a:spcBef>
          <a:spcPts val="500"/>
        </a:spcBef>
        <a:buClr>
          <a:schemeClr val="bg1"/>
        </a:buClr>
        <a:buSzPct val="75000"/>
        <a:buFont typeface="Arial"/>
        <a:buChar char="•"/>
        <a:defRPr sz="2000">
          <a:solidFill>
            <a:srgbClr val="FFFFFF"/>
          </a:solidFill>
          <a:latin typeface="+mn-lt"/>
          <a:ea typeface="+mn-ea"/>
          <a:cs typeface="+mn-cs"/>
        </a:defRPr>
      </a:lvl3pPr>
      <a:lvl4pPr marL="228600" indent="-228600" algn="l" defTabSz="914400" rtl="0">
        <a:lnSpc>
          <a:spcPct val="110000"/>
        </a:lnSpc>
        <a:spcBef>
          <a:spcPts val="500"/>
        </a:spcBef>
        <a:buClr>
          <a:schemeClr val="bg1"/>
        </a:buClr>
        <a:buSzPct val="75000"/>
        <a:buFont typeface="Arial"/>
        <a:buChar char="•"/>
        <a:defRPr sz="1800">
          <a:solidFill>
            <a:srgbClr val="FFFFFF"/>
          </a:solidFill>
          <a:latin typeface="+mn-lt"/>
          <a:ea typeface="+mn-ea"/>
          <a:cs typeface="+mn-cs"/>
        </a:defRPr>
      </a:lvl4pPr>
      <a:lvl5pPr marL="228600" indent="-228600" algn="l" defTabSz="914400" rtl="0">
        <a:lnSpc>
          <a:spcPct val="110000"/>
        </a:lnSpc>
        <a:spcBef>
          <a:spcPts val="500"/>
        </a:spcBef>
        <a:buClr>
          <a:schemeClr val="bg1"/>
        </a:buClr>
        <a:buSzPct val="75000"/>
        <a:buFont typeface="Arial"/>
        <a:buChar char="•"/>
        <a:defRPr sz="1800">
          <a:solidFill>
            <a:srgbClr val="FFFFFF"/>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s://www.kaggle.com/datasets/julian3833/jigsaw-multilingual-toxic-comment-classification" TargetMode="Externa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3.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4.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5.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6.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chemeClr val="bg1"/>
        </a:solidFill>
      </p:bgPr>
    </p:bg>
    <p:spTree>
      <p:nvGrpSpPr>
        <p:cNvPr id="1" name=""/>
        <p:cNvGrpSpPr/>
        <p:nvPr/>
      </p:nvGrpSpPr>
      <p:grpSpPr bwMode="auto">
        <a:xfrm>
          <a:off x="0" y="0"/>
          <a:ext cx="0" cy="0"/>
          <a:chOff x="0" y="0"/>
          <a:chExt cx="0" cy="0"/>
        </a:xfrm>
      </p:grpSpPr>
      <p:sp useBgFill="1">
        <p:nvSpPr>
          <p:cNvPr id="1480153000" name="Rectangle 7"/>
          <p:cNvSpPr>
            <a:spLocks noAdjustHandles="1" noChangeArrowheads="1" noChangeAspect="1" noChangeShapeType="1" noEditPoints="1" noGrp="1" noMove="1" noResize="1" noRot="1" noTextEdit="1"/>
          </p:cNvSpPr>
          <p:nvPr/>
        </p:nvSpPr>
        <p:spPr bwMode="auto">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solidFill>
                <a:schemeClr val="bg1"/>
              </a:solidFill>
              <a:latin typeface="MADE Evolve Sans EVO"/>
              <a:cs typeface="MADE Evolve Sans EVO"/>
            </a:endParaRPr>
          </a:p>
        </p:txBody>
      </p:sp>
      <p:sp>
        <p:nvSpPr>
          <p:cNvPr id="1922520446" name="Freeform: Shape 11"/>
          <p:cNvSpPr>
            <a:spLocks noAdjustHandles="1" noChangeArrowheads="1" noChangeAspect="1" noChangeShapeType="1" noEditPoints="1" noGrp="1" noMove="1" noResize="1" noRot="1" noTextEdit="1"/>
          </p:cNvSpPr>
          <p:nvPr/>
        </p:nvSpPr>
        <p:spPr bwMode="auto">
          <a:xfrm rot="10800000">
            <a:off x="2750" y="1"/>
            <a:ext cx="12188952" cy="2452880"/>
          </a:xfrm>
          <a:custGeom>
            <a:avLst/>
            <a:gdLst>
              <a:gd name="connsiteX0" fmla="*/ 8951169 w 12178450"/>
              <a:gd name="connsiteY0" fmla="*/ 32 h 2001622"/>
              <a:gd name="connsiteX1" fmla="*/ 11653845 w 12178450"/>
              <a:gd name="connsiteY1" fmla="*/ 209874 h 2001622"/>
              <a:gd name="connsiteX2" fmla="*/ 12178450 w 12178450"/>
              <a:gd name="connsiteY2" fmla="*/ 286723 h 2001622"/>
              <a:gd name="connsiteX3" fmla="*/ 12178450 w 12178450"/>
              <a:gd name="connsiteY3" fmla="*/ 2001622 h 2001622"/>
              <a:gd name="connsiteX4" fmla="*/ 0 w 12178450"/>
              <a:gd name="connsiteY4" fmla="*/ 2001622 h 2001622"/>
              <a:gd name="connsiteX5" fmla="*/ 0 w 12178450"/>
              <a:gd name="connsiteY5" fmla="*/ 1010979 h 2001622"/>
              <a:gd name="connsiteX6" fmla="*/ 8951169 w 12178450"/>
              <a:gd name="connsiteY6" fmla="*/ 32 h 2001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78450" h="2001622" fill="norm" stroke="1" extrusionOk="0">
                <a:moveTo>
                  <a:pt x="8951169" y="32"/>
                </a:moveTo>
                <a:cubicBezTo>
                  <a:pt x="9704520" y="1593"/>
                  <a:pt x="10578586" y="62133"/>
                  <a:pt x="11653845" y="209874"/>
                </a:cubicBezTo>
                <a:lnTo>
                  <a:pt x="12178450" y="286723"/>
                </a:lnTo>
                <a:lnTo>
                  <a:pt x="12178450" y="2001622"/>
                </a:lnTo>
                <a:lnTo>
                  <a:pt x="0" y="2001622"/>
                </a:lnTo>
                <a:lnTo>
                  <a:pt x="0" y="1010979"/>
                </a:lnTo>
                <a:cubicBezTo>
                  <a:pt x="4768989" y="1010979"/>
                  <a:pt x="5812206" y="-6472"/>
                  <a:pt x="8951169" y="32"/>
                </a:cubicBezTo>
                <a:close/>
              </a:path>
            </a:pathLst>
          </a:custGeom>
          <a:solidFill>
            <a:schemeClr val="accent5">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a:solidFill>
                <a:schemeClr val="bg1"/>
              </a:solidFill>
              <a:latin typeface="MADE Evolve Sans EVO"/>
              <a:cs typeface="MADE Evolve Sans EVO"/>
            </a:endParaRPr>
          </a:p>
        </p:txBody>
      </p:sp>
      <p:sp>
        <p:nvSpPr>
          <p:cNvPr id="52331550" name="Right Triangle 13"/>
          <p:cNvSpPr>
            <a:spLocks noAdjustHandles="1" noChangeArrowheads="1" noChangeAspect="1" noChangeShapeType="1" noEditPoints="1" noGrp="1" noMove="1" noResize="1" noRot="1" noTextEdit="1"/>
          </p:cNvSpPr>
          <p:nvPr/>
        </p:nvSpPr>
        <p:spPr bwMode="auto">
          <a:xfrm rot="13500000">
            <a:off x="-265270" y="4918297"/>
            <a:ext cx="568289" cy="568289"/>
          </a:xfrm>
          <a:prstGeom prst="rtTriangle">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latin typeface="MADE Evolve Sans EVO"/>
              <a:cs typeface="MADE Evolve Sans EVO"/>
            </a:endParaRPr>
          </a:p>
        </p:txBody>
      </p:sp>
      <p:grpSp>
        <p:nvGrpSpPr>
          <p:cNvPr id="167659769" name="Group 15"/>
          <p:cNvGrpSpPr>
            <a:grpSpLocks noChangeAspect="1" noGrp="1" noMove="1" noResize="1" noRot="1" noUngrp="1"/>
          </p:cNvGrpSpPr>
          <p:nvPr/>
        </p:nvGrpSpPr>
        <p:grpSpPr bwMode="auto">
          <a:xfrm>
            <a:off x="-6214" y="-1"/>
            <a:ext cx="12214827" cy="6858000"/>
            <a:chOff x="-6214" y="-1"/>
            <a:chExt cx="12214827" cy="6858000"/>
          </a:xfrm>
        </p:grpSpPr>
        <p:cxnSp>
          <p:nvCxnSpPr>
            <p:cNvPr id="17" name="Straight Connector 16"/>
            <p:cNvCxnSpPr/>
            <p:nvPr/>
          </p:nvCxnSpPr>
          <p:spPr bwMode="auto">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auto">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auto">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auto">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auto">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auto">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auto">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auto">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auto">
            <a:xfrm>
              <a:off x="5189717"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auto">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auto">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auto">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auto">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auto">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auto">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auto">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auto">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auto">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auto">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auto">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auto">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auto">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auto">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auto">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auto">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auto">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auto">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auto">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auto">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1235210584" name="Title 1"/>
          <p:cNvSpPr>
            <a:spLocks noGrp="1"/>
          </p:cNvSpPr>
          <p:nvPr>
            <p:ph type="ctrTitle"/>
          </p:nvPr>
        </p:nvSpPr>
        <p:spPr bwMode="auto">
          <a:xfrm>
            <a:off x="418506" y="279114"/>
            <a:ext cx="11797252" cy="1674377"/>
          </a:xfrm>
        </p:spPr>
        <p:txBody>
          <a:bodyPr anchor="ctr">
            <a:normAutofit/>
          </a:bodyPr>
          <a:lstStyle/>
          <a:p>
            <a:pPr algn="l">
              <a:defRPr/>
            </a:pPr>
            <a:r>
              <a:rPr lang="en-US">
                <a:solidFill>
                  <a:schemeClr val="tx2"/>
                </a:solidFill>
                <a:latin typeface="MADE Evolve Sans EVO"/>
                <a:ea typeface="MADE Evolve Sans EVO"/>
                <a:cs typeface="MADE Evolve Sans EVO"/>
              </a:rPr>
              <a:t>Detox</a:t>
            </a:r>
            <a:r>
              <a:rPr lang="en-US" sz="3200">
                <a:solidFill>
                  <a:schemeClr val="tx2"/>
                </a:solidFill>
                <a:latin typeface="MADE Evolve Sans EVO"/>
                <a:ea typeface="MADE Evolve Sans EVO"/>
                <a:cs typeface="MADE Evolve Sans EVO"/>
              </a:rPr>
              <a:t> (</a:t>
            </a:r>
            <a:r>
              <a:rPr lang="en-US" sz="3200">
                <a:solidFill>
                  <a:schemeClr val="tx2"/>
                </a:solidFill>
                <a:latin typeface="MADE Evolve Sans EVO"/>
                <a:ea typeface="MADE Evolve Sans EVO"/>
                <a:cs typeface="MADE Evolve Sans EVO"/>
              </a:rPr>
              <a:t>Chat Message Toxicity Detector</a:t>
            </a:r>
            <a:r>
              <a:rPr lang="en-US" sz="3200">
                <a:solidFill>
                  <a:schemeClr val="tx2"/>
                </a:solidFill>
                <a:latin typeface="MADE Evolve Sans EVO"/>
                <a:ea typeface="MADE Evolve Sans EVO"/>
                <a:cs typeface="MADE Evolve Sans EVO"/>
              </a:rPr>
              <a:t>)</a:t>
            </a:r>
            <a:endParaRPr>
              <a:latin typeface="MADE Evolve Sans EVO"/>
              <a:cs typeface="MADE Evolve Sans EVO"/>
            </a:endParaRPr>
          </a:p>
        </p:txBody>
      </p:sp>
      <p:sp>
        <p:nvSpPr>
          <p:cNvPr id="1870199167" name="Subtitle 2"/>
          <p:cNvSpPr>
            <a:spLocks noGrp="1"/>
          </p:cNvSpPr>
          <p:nvPr/>
        </p:nvSpPr>
        <p:spPr bwMode="auto">
          <a:xfrm>
            <a:off x="1265775" y="2928795"/>
            <a:ext cx="9123517" cy="2574919"/>
          </a:xfrm>
          <a:prstGeom prst="rect">
            <a:avLst/>
          </a:prstGeom>
        </p:spPr>
        <p:txBody>
          <a:bodyPr vert="horz" lIns="91440" tIns="45720" rIns="91440" bIns="45720" rtlCol="0" anchor="ctr">
            <a:normAutofit/>
          </a:bodyPr>
          <a:lstStyle>
            <a:lvl1pPr marL="0" indent="0" algn="ctr" defTabSz="914400" rtl="0">
              <a:lnSpc>
                <a:spcPct val="110000"/>
              </a:lnSpc>
              <a:spcBef>
                <a:spcPts val="1000"/>
              </a:spcBef>
              <a:buClr>
                <a:schemeClr val="bg1"/>
              </a:buClr>
              <a:buSzPct val="75000"/>
              <a:buFont typeface="Arial"/>
              <a:buNone/>
              <a:defRPr sz="2400">
                <a:solidFill>
                  <a:srgbClr val="FFFFFF"/>
                </a:solidFill>
                <a:latin typeface="+mn-lt"/>
                <a:ea typeface="+mn-ea"/>
                <a:cs typeface="+mn-cs"/>
              </a:defRPr>
            </a:lvl1pPr>
            <a:lvl2pPr marL="457200" indent="0" algn="ctr" defTabSz="914400" rtl="0">
              <a:lnSpc>
                <a:spcPct val="110000"/>
              </a:lnSpc>
              <a:spcBef>
                <a:spcPts val="500"/>
              </a:spcBef>
              <a:buClr>
                <a:schemeClr val="bg1"/>
              </a:buClr>
              <a:buSzPct val="75000"/>
              <a:buFont typeface="Arial"/>
              <a:buNone/>
              <a:defRPr sz="2000">
                <a:solidFill>
                  <a:srgbClr val="FFFFFF"/>
                </a:solidFill>
                <a:latin typeface="+mn-lt"/>
                <a:ea typeface="+mn-ea"/>
                <a:cs typeface="+mn-cs"/>
              </a:defRPr>
            </a:lvl2pPr>
            <a:lvl3pPr marL="914400" indent="0" algn="ctr" defTabSz="914400" rtl="0">
              <a:lnSpc>
                <a:spcPct val="110000"/>
              </a:lnSpc>
              <a:spcBef>
                <a:spcPts val="500"/>
              </a:spcBef>
              <a:buClr>
                <a:schemeClr val="bg1"/>
              </a:buClr>
              <a:buSzPct val="75000"/>
              <a:buFont typeface="Arial"/>
              <a:buNone/>
              <a:defRPr sz="1800">
                <a:solidFill>
                  <a:srgbClr val="FFFFFF"/>
                </a:solidFill>
                <a:latin typeface="+mn-lt"/>
                <a:ea typeface="+mn-ea"/>
                <a:cs typeface="+mn-cs"/>
              </a:defRPr>
            </a:lvl3pPr>
            <a:lvl4pPr marL="1371600" indent="0" algn="ctr" defTabSz="914400" rtl="0">
              <a:lnSpc>
                <a:spcPct val="110000"/>
              </a:lnSpc>
              <a:spcBef>
                <a:spcPts val="500"/>
              </a:spcBef>
              <a:buClr>
                <a:schemeClr val="bg1"/>
              </a:buClr>
              <a:buSzPct val="75000"/>
              <a:buFont typeface="Arial"/>
              <a:buNone/>
              <a:defRPr sz="1600">
                <a:solidFill>
                  <a:srgbClr val="FFFFFF"/>
                </a:solidFill>
                <a:latin typeface="+mn-lt"/>
                <a:ea typeface="+mn-ea"/>
                <a:cs typeface="+mn-cs"/>
              </a:defRPr>
            </a:lvl4pPr>
            <a:lvl5pPr marL="1828800" indent="0" algn="ctr" defTabSz="914400" rtl="0">
              <a:lnSpc>
                <a:spcPct val="110000"/>
              </a:lnSpc>
              <a:spcBef>
                <a:spcPts val="500"/>
              </a:spcBef>
              <a:buClr>
                <a:schemeClr val="bg1"/>
              </a:buClr>
              <a:buSzPct val="75000"/>
              <a:buFont typeface="Arial"/>
              <a:buNone/>
              <a:defRPr sz="1600">
                <a:solidFill>
                  <a:srgbClr val="FFFFFF"/>
                </a:solidFill>
                <a:latin typeface="+mn-lt"/>
                <a:ea typeface="+mn-ea"/>
                <a:cs typeface="+mn-cs"/>
              </a:defRPr>
            </a:lvl5pPr>
            <a:lvl6pPr marL="2286000" indent="0" algn="ctr" defTabSz="914400" rtl="0">
              <a:lnSpc>
                <a:spcPct val="90000"/>
              </a:lnSpc>
              <a:spcBef>
                <a:spcPts val="500"/>
              </a:spcBef>
              <a:buFont typeface="Arial"/>
              <a:buNone/>
              <a:defRPr sz="1600">
                <a:solidFill>
                  <a:schemeClr val="tx1"/>
                </a:solidFill>
                <a:latin typeface="+mn-lt"/>
                <a:ea typeface="+mn-ea"/>
                <a:cs typeface="+mn-cs"/>
              </a:defRPr>
            </a:lvl6pPr>
            <a:lvl7pPr marL="2743200" indent="0" algn="ctr" defTabSz="914400" rtl="0">
              <a:lnSpc>
                <a:spcPct val="90000"/>
              </a:lnSpc>
              <a:spcBef>
                <a:spcPts val="500"/>
              </a:spcBef>
              <a:buFont typeface="Arial"/>
              <a:buNone/>
              <a:defRPr sz="1600">
                <a:solidFill>
                  <a:schemeClr val="tx1"/>
                </a:solidFill>
                <a:latin typeface="+mn-lt"/>
                <a:ea typeface="+mn-ea"/>
                <a:cs typeface="+mn-cs"/>
              </a:defRPr>
            </a:lvl7pPr>
            <a:lvl8pPr marL="3200400" indent="0" algn="ctr" defTabSz="914400" rtl="0">
              <a:lnSpc>
                <a:spcPct val="90000"/>
              </a:lnSpc>
              <a:spcBef>
                <a:spcPts val="500"/>
              </a:spcBef>
              <a:buFont typeface="Arial"/>
              <a:buNone/>
              <a:defRPr sz="1600">
                <a:solidFill>
                  <a:schemeClr val="tx1"/>
                </a:solidFill>
                <a:latin typeface="+mn-lt"/>
                <a:ea typeface="+mn-ea"/>
                <a:cs typeface="+mn-cs"/>
              </a:defRPr>
            </a:lvl8pPr>
            <a:lvl9pPr marL="3657600" indent="0" algn="ctr" defTabSz="914400" rtl="0">
              <a:lnSpc>
                <a:spcPct val="90000"/>
              </a:lnSpc>
              <a:spcBef>
                <a:spcPts val="500"/>
              </a:spcBef>
              <a:buFont typeface="Arial"/>
              <a:buNone/>
              <a:defRPr sz="1600">
                <a:solidFill>
                  <a:schemeClr val="tx1"/>
                </a:solidFill>
                <a:latin typeface="+mn-lt"/>
                <a:ea typeface="+mn-ea"/>
                <a:cs typeface="+mn-cs"/>
              </a:defRPr>
            </a:lvl9pPr>
          </a:lstStyle>
          <a:p>
            <a:pPr algn="l">
              <a:defRPr/>
            </a:pPr>
            <a:r>
              <a:rPr lang="en-US" sz="3200">
                <a:solidFill>
                  <a:schemeClr val="bg2">
                    <a:lumMod val="25000"/>
                  </a:schemeClr>
                </a:solidFill>
                <a:latin typeface="MADE Evolve Sans EVO"/>
                <a:ea typeface="MADE Evolve Sans EVO"/>
                <a:cs typeface="MADE Evolve Sans EVO"/>
              </a:rPr>
              <a:t>ADI1302-SPARK SCALA FUNDAMENTALS</a:t>
            </a:r>
            <a:br>
              <a:rPr lang="en-US" sz="3200">
                <a:solidFill>
                  <a:schemeClr val="bg2">
                    <a:lumMod val="25000"/>
                  </a:schemeClr>
                </a:solidFill>
                <a:latin typeface="MADE Evolve Sans EVO"/>
                <a:ea typeface="MADE Evolve Sans EVO"/>
                <a:cs typeface="MADE Evolve Sans EVO"/>
              </a:rPr>
            </a:br>
            <a:br>
              <a:rPr lang="en-US" sz="3200">
                <a:solidFill>
                  <a:schemeClr val="bg2">
                    <a:lumMod val="25000"/>
                  </a:schemeClr>
                </a:solidFill>
                <a:latin typeface="MADE Evolve Sans EVO"/>
                <a:ea typeface="MADE Evolve Sans EVO"/>
                <a:cs typeface="MADE Evolve Sans EVO"/>
              </a:rPr>
            </a:br>
            <a:r>
              <a:rPr lang="en-US" sz="3200">
                <a:solidFill>
                  <a:schemeClr val="bg2">
                    <a:lumMod val="25000"/>
                  </a:schemeClr>
                </a:solidFill>
                <a:latin typeface="MADE Evolve Sans EVO"/>
                <a:ea typeface="MADE Evolve Sans EVO"/>
                <a:cs typeface="MADE Evolve Sans EVO"/>
              </a:rPr>
              <a:t>NAME : SARAVANA PRIYAN S T</a:t>
            </a:r>
            <a:endParaRPr>
              <a:latin typeface="MADE Evolve Sans EVO"/>
              <a:cs typeface="MADE Evolve Sans EVO"/>
            </a:endParaRPr>
          </a:p>
          <a:p>
            <a:pPr algn="l">
              <a:defRPr/>
            </a:pPr>
            <a:r>
              <a:rPr lang="en-US" sz="3200">
                <a:solidFill>
                  <a:schemeClr val="bg2">
                    <a:lumMod val="25000"/>
                  </a:schemeClr>
                </a:solidFill>
                <a:latin typeface="MADE Evolve Sans EVO"/>
                <a:ea typeface="MADE Evolve Sans EVO"/>
                <a:cs typeface="MADE Evolve Sans EVO"/>
              </a:rPr>
              <a:t>REG NO : 927623BAD100</a:t>
            </a:r>
            <a:endParaRPr>
              <a:latin typeface="MADE Evolve Sans EVO"/>
              <a:cs typeface="MADE Evolve Sans EVO"/>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chemeClr val="bg1"/>
        </a:solidFill>
      </p:bgPr>
    </p:bg>
    <p:spTree>
      <p:nvGrpSpPr>
        <p:cNvPr id="1" name=""/>
        <p:cNvGrpSpPr/>
        <p:nvPr/>
      </p:nvGrpSpPr>
      <p:grpSpPr bwMode="auto">
        <a:xfrm>
          <a:off x="0" y="0"/>
          <a:ext cx="0" cy="0"/>
          <a:chOff x="0" y="0"/>
          <a:chExt cx="0" cy="0"/>
        </a:xfrm>
      </p:grpSpPr>
      <p:sp useBgFill="1">
        <p:nvSpPr>
          <p:cNvPr id="1246100792" name="Rectangle 7"/>
          <p:cNvSpPr>
            <a:spLocks noAdjustHandles="1" noChangeArrowheads="1" noChangeAspect="1" noChangeShapeType="1" noEditPoints="1" noGrp="1" noMove="1" noResize="1" noRot="1" noTextEdit="1"/>
          </p:cNvSpPr>
          <p:nvPr/>
        </p:nvSpPr>
        <p:spPr bwMode="auto">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solidFill>
                <a:schemeClr val="bg1"/>
              </a:solidFill>
              <a:latin typeface="MADE Evolve Sans EVO"/>
              <a:cs typeface="MADE Evolve Sans EVO"/>
            </a:endParaRPr>
          </a:p>
        </p:txBody>
      </p:sp>
      <p:sp>
        <p:nvSpPr>
          <p:cNvPr id="866823103" name="Freeform: Shape 11"/>
          <p:cNvSpPr>
            <a:spLocks noAdjustHandles="1" noChangeArrowheads="1" noChangeAspect="1" noChangeShapeType="1" noEditPoints="1" noGrp="1" noMove="1" noResize="1" noRot="1" noTextEdit="1"/>
          </p:cNvSpPr>
          <p:nvPr/>
        </p:nvSpPr>
        <p:spPr bwMode="auto">
          <a:xfrm rot="10800000">
            <a:off x="2750" y="1"/>
            <a:ext cx="12188952" cy="2452880"/>
          </a:xfrm>
          <a:custGeom>
            <a:avLst/>
            <a:gdLst>
              <a:gd name="connsiteX0" fmla="*/ 8951169 w 12178450"/>
              <a:gd name="connsiteY0" fmla="*/ 32 h 2001622"/>
              <a:gd name="connsiteX1" fmla="*/ 11653845 w 12178450"/>
              <a:gd name="connsiteY1" fmla="*/ 209874 h 2001622"/>
              <a:gd name="connsiteX2" fmla="*/ 12178450 w 12178450"/>
              <a:gd name="connsiteY2" fmla="*/ 286723 h 2001622"/>
              <a:gd name="connsiteX3" fmla="*/ 12178450 w 12178450"/>
              <a:gd name="connsiteY3" fmla="*/ 2001622 h 2001622"/>
              <a:gd name="connsiteX4" fmla="*/ 0 w 12178450"/>
              <a:gd name="connsiteY4" fmla="*/ 2001622 h 2001622"/>
              <a:gd name="connsiteX5" fmla="*/ 0 w 12178450"/>
              <a:gd name="connsiteY5" fmla="*/ 1010979 h 2001622"/>
              <a:gd name="connsiteX6" fmla="*/ 8951169 w 12178450"/>
              <a:gd name="connsiteY6" fmla="*/ 32 h 2001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78450" h="2001622" fill="norm" stroke="1" extrusionOk="0">
                <a:moveTo>
                  <a:pt x="8951169" y="32"/>
                </a:moveTo>
                <a:cubicBezTo>
                  <a:pt x="9704520" y="1593"/>
                  <a:pt x="10578586" y="62133"/>
                  <a:pt x="11653845" y="209874"/>
                </a:cubicBezTo>
                <a:lnTo>
                  <a:pt x="12178450" y="286723"/>
                </a:lnTo>
                <a:lnTo>
                  <a:pt x="12178450" y="2001622"/>
                </a:lnTo>
                <a:lnTo>
                  <a:pt x="0" y="2001622"/>
                </a:lnTo>
                <a:lnTo>
                  <a:pt x="0" y="1010979"/>
                </a:lnTo>
                <a:cubicBezTo>
                  <a:pt x="4768989" y="1010979"/>
                  <a:pt x="5812206" y="-6472"/>
                  <a:pt x="8951169" y="32"/>
                </a:cubicBezTo>
                <a:close/>
              </a:path>
            </a:pathLst>
          </a:custGeom>
          <a:solidFill>
            <a:schemeClr val="accent5">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a:solidFill>
                <a:schemeClr val="bg1"/>
              </a:solidFill>
              <a:latin typeface="MADE Evolve Sans EVO"/>
              <a:cs typeface="MADE Evolve Sans EVO"/>
            </a:endParaRPr>
          </a:p>
        </p:txBody>
      </p:sp>
      <p:sp>
        <p:nvSpPr>
          <p:cNvPr id="1403503259" name="Right Triangle 13"/>
          <p:cNvSpPr>
            <a:spLocks noAdjustHandles="1" noChangeArrowheads="1" noChangeAspect="1" noChangeShapeType="1" noEditPoints="1" noGrp="1" noMove="1" noResize="1" noRot="1" noTextEdit="1"/>
          </p:cNvSpPr>
          <p:nvPr/>
        </p:nvSpPr>
        <p:spPr bwMode="auto">
          <a:xfrm rot="13500000">
            <a:off x="-265270" y="4918297"/>
            <a:ext cx="568289" cy="568289"/>
          </a:xfrm>
          <a:prstGeom prst="rtTriangle">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latin typeface="MADE Evolve Sans EVO"/>
              <a:cs typeface="MADE Evolve Sans EVO"/>
            </a:endParaRPr>
          </a:p>
        </p:txBody>
      </p:sp>
      <p:grpSp>
        <p:nvGrpSpPr>
          <p:cNvPr id="420158614" name="Group 15"/>
          <p:cNvGrpSpPr>
            <a:grpSpLocks noChangeAspect="1" noGrp="1" noMove="1" noResize="1" noRot="1" noUngrp="1"/>
          </p:cNvGrpSpPr>
          <p:nvPr/>
        </p:nvGrpSpPr>
        <p:grpSpPr bwMode="auto">
          <a:xfrm>
            <a:off x="-6214" y="-1"/>
            <a:ext cx="12214827" cy="6858000"/>
            <a:chOff x="-6214" y="-1"/>
            <a:chExt cx="12214827" cy="6858000"/>
          </a:xfrm>
        </p:grpSpPr>
        <p:cxnSp>
          <p:nvCxnSpPr>
            <p:cNvPr id="17" name="Straight Connector 16"/>
            <p:cNvCxnSpPr/>
            <p:nvPr/>
          </p:nvCxnSpPr>
          <p:spPr bwMode="auto">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auto">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auto">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auto">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auto">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auto">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auto">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auto">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auto">
            <a:xfrm>
              <a:off x="5189717"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auto">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auto">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auto">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auto">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auto">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auto">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auto">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auto">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auto">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auto">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auto">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auto">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auto">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auto">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auto">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auto">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auto">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auto">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auto">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auto">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1987888789" name="Title 1"/>
          <p:cNvSpPr>
            <a:spLocks noGrp="1"/>
          </p:cNvSpPr>
          <p:nvPr>
            <p:ph type="ctrTitle"/>
          </p:nvPr>
        </p:nvSpPr>
        <p:spPr bwMode="auto">
          <a:xfrm>
            <a:off x="418506" y="279114"/>
            <a:ext cx="11608483" cy="1674377"/>
          </a:xfrm>
        </p:spPr>
        <p:txBody>
          <a:bodyPr anchor="ctr">
            <a:normAutofit/>
          </a:bodyPr>
          <a:lstStyle/>
          <a:p>
            <a:pPr algn="l">
              <a:defRPr/>
            </a:pPr>
            <a:r>
              <a:rPr lang="en-US">
                <a:solidFill>
                  <a:schemeClr val="tx2"/>
                </a:solidFill>
                <a:latin typeface="MADE Evolve Sans EVO"/>
                <a:ea typeface="MADE Evolve Sans EVO"/>
                <a:cs typeface="MADE Evolve Sans EVO"/>
              </a:rPr>
              <a:t>Problem Identification</a:t>
            </a:r>
            <a:endParaRPr>
              <a:latin typeface="MADE Evolve Sans EVO"/>
              <a:cs typeface="MADE Evolve Sans EVO"/>
            </a:endParaRPr>
          </a:p>
        </p:txBody>
      </p:sp>
      <p:sp>
        <p:nvSpPr>
          <p:cNvPr id="1130513134" name="Subtitle 4"/>
          <p:cNvSpPr>
            <a:spLocks noGrp="1"/>
          </p:cNvSpPr>
          <p:nvPr>
            <p:ph type="subTitle" idx="1"/>
          </p:nvPr>
        </p:nvSpPr>
        <p:spPr bwMode="auto">
          <a:xfrm>
            <a:off x="207818" y="2450379"/>
            <a:ext cx="11568546" cy="4288124"/>
          </a:xfrm>
        </p:spPr>
        <p:txBody>
          <a:bodyPr vertOverflow="overflow" horzOverflow="overflow" vert="horz" wrap="square" lIns="91440" tIns="45720" rIns="91440" bIns="45720" numCol="1" spcCol="0" rtlCol="0" fromWordArt="0" anchor="t" anchorCtr="0" forceAA="0" upright="0" compatLnSpc="0">
            <a:normAutofit/>
          </a:bodyPr>
          <a:lstStyle/>
          <a:p>
            <a:pPr algn="just">
              <a:lnSpc>
                <a:spcPct val="150000"/>
              </a:lnSpc>
              <a:defRPr/>
            </a:pPr>
            <a:r>
              <a:rPr lang="en-US" sz="1600" b="1">
                <a:solidFill>
                  <a:schemeClr val="tx1">
                    <a:lumMod val="76000"/>
                    <a:lumOff val="24000"/>
                  </a:schemeClr>
                </a:solidFill>
                <a:latin typeface="MADE Evolve Sans EVO"/>
                <a:ea typeface="MADE Evolve Sans EVO"/>
                <a:cs typeface="MADE Evolve Sans EVO"/>
              </a:rPr>
              <a:t>1</a:t>
            </a:r>
            <a:r>
              <a:rPr lang="en-US" sz="1600" b="1">
                <a:solidFill>
                  <a:schemeClr val="bg2">
                    <a:lumMod val="25000"/>
                  </a:schemeClr>
                </a:solidFill>
                <a:latin typeface="MADE Evolve Sans EVO"/>
                <a:ea typeface="MADE Evolve Sans EVO"/>
                <a:cs typeface="MADE Evolve Sans EVO"/>
              </a:rPr>
              <a:t>. Real-Time Processing &amp; Scalability</a:t>
            </a:r>
            <a:endParaRPr>
              <a:latin typeface="MADE Evolve Sans EVO"/>
              <a:cs typeface="MADE Evolve Sans EVO"/>
            </a:endParaRPr>
          </a:p>
          <a:p>
            <a:pPr algn="just">
              <a:lnSpc>
                <a:spcPct val="150000"/>
              </a:lnSpc>
              <a:defRPr/>
            </a:pPr>
            <a:r>
              <a:rPr lang="en-US" sz="1600">
                <a:solidFill>
                  <a:schemeClr val="bg2">
                    <a:lumMod val="25000"/>
                  </a:schemeClr>
                </a:solidFill>
                <a:latin typeface="MADE Evolve Sans EVO"/>
                <a:ea typeface="MADE Evolve Sans EVO"/>
                <a:cs typeface="MADE Evolve Sans EVO"/>
              </a:rPr>
              <a:t>Toxic messages can emerge at high volume in chat applications especially in gaming or streaming contexts. Systems must process messages in milliseconds and scale to handle thousands per second, without introducing latency or failing under load.</a:t>
            </a:r>
            <a:endParaRPr sz="1600">
              <a:solidFill>
                <a:schemeClr val="bg2">
                  <a:lumMod val="25000"/>
                </a:schemeClr>
              </a:solidFill>
              <a:latin typeface="MADE Evolve Sans EVO"/>
              <a:cs typeface="MADE Evolve Sans EVO"/>
            </a:endParaRPr>
          </a:p>
          <a:p>
            <a:pPr algn="just">
              <a:lnSpc>
                <a:spcPct val="150000"/>
              </a:lnSpc>
              <a:defRPr/>
            </a:pPr>
            <a:r>
              <a:rPr lang="en-US" sz="1600" b="1">
                <a:solidFill>
                  <a:schemeClr val="bg2">
                    <a:lumMod val="25000"/>
                  </a:schemeClr>
                </a:solidFill>
                <a:latin typeface="MADE Evolve Sans EVO"/>
                <a:ea typeface="MADE Evolve Sans EVO"/>
                <a:cs typeface="MADE Evolve Sans EVO"/>
              </a:rPr>
              <a:t>2. Context Sensitivity &amp; Subtlety</a:t>
            </a:r>
            <a:endParaRPr>
              <a:latin typeface="MADE Evolve Sans EVO"/>
              <a:cs typeface="MADE Evolve Sans EVO"/>
            </a:endParaRPr>
          </a:p>
          <a:p>
            <a:pPr algn="just">
              <a:lnSpc>
                <a:spcPct val="150000"/>
              </a:lnSpc>
              <a:defRPr/>
            </a:pPr>
            <a:r>
              <a:rPr lang="en-US" sz="1600">
                <a:solidFill>
                  <a:schemeClr val="bg2">
                    <a:lumMod val="25000"/>
                  </a:schemeClr>
                </a:solidFill>
                <a:latin typeface="MADE Evolve Sans EVO"/>
                <a:ea typeface="MADE Evolve Sans EVO"/>
                <a:cs typeface="MADE Evolve Sans EVO"/>
              </a:rPr>
              <a:t>Many messages rely on subtle language, sarcasm, or insider slang to convey toxicity. Systems must distinguish harmless banter from harmful content, which often requires understanding chat history, speaker relationships, and context nuances.</a:t>
            </a:r>
            <a:endParaRPr>
              <a:solidFill>
                <a:schemeClr val="bg2">
                  <a:lumMod val="25000"/>
                </a:schemeClr>
              </a:solidFill>
              <a:latin typeface="MADE Evolve Sans EVO"/>
              <a:cs typeface="MADE Evolve Sans EVO"/>
            </a:endParaRPr>
          </a:p>
          <a:p>
            <a:pPr algn="just">
              <a:lnSpc>
                <a:spcPct val="150000"/>
              </a:lnSpc>
              <a:defRPr/>
            </a:pPr>
            <a:r>
              <a:rPr lang="en-US" sz="1600" b="1">
                <a:solidFill>
                  <a:srgbClr val="3C3C3C"/>
                </a:solidFill>
                <a:latin typeface="MADE Evolve Sans EVO"/>
                <a:ea typeface="MADE Evolve Sans EVO"/>
                <a:cs typeface="MADE Evolve Sans EVO"/>
              </a:rPr>
              <a:t>3. Bias &amp; Fairness Concerns</a:t>
            </a:r>
            <a:endParaRPr b="1">
              <a:latin typeface="MADE Evolve Sans EVO"/>
              <a:cs typeface="MADE Evolve Sans EVO"/>
            </a:endParaRPr>
          </a:p>
          <a:p>
            <a:pPr algn="just">
              <a:lnSpc>
                <a:spcPct val="150000"/>
              </a:lnSpc>
              <a:defRPr/>
            </a:pPr>
            <a:r>
              <a:rPr lang="en-US" sz="1600">
                <a:solidFill>
                  <a:schemeClr val="bg2">
                    <a:lumMod val="25000"/>
                  </a:schemeClr>
                </a:solidFill>
                <a:latin typeface="MADE Evolve Sans EVO"/>
                <a:ea typeface="MADE Evolve Sans EVO"/>
                <a:cs typeface="MADE Evolve Sans EVO"/>
              </a:rPr>
              <a:t>Toxicity is often subjectively defined, varying with culture, identity, and language. Models trained on biased data may unfairly target certain dialects or demographic groups, necessitating careful bias analysis and mitigation strategies.</a:t>
            </a:r>
            <a:endParaRPr>
              <a:solidFill>
                <a:schemeClr val="bg2">
                  <a:lumMod val="25000"/>
                </a:schemeClr>
              </a:solidFill>
              <a:latin typeface="MADE Evolve Sans EVO"/>
              <a:cs typeface="MADE Evolve Sans EVO"/>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chemeClr val="bg1"/>
        </a:solidFill>
      </p:bgPr>
    </p:bg>
    <p:spTree>
      <p:nvGrpSpPr>
        <p:cNvPr id="1" name=""/>
        <p:cNvGrpSpPr/>
        <p:nvPr/>
      </p:nvGrpSpPr>
      <p:grpSpPr bwMode="auto">
        <a:xfrm>
          <a:off x="0" y="0"/>
          <a:ext cx="0" cy="0"/>
          <a:chOff x="0" y="0"/>
          <a:chExt cx="0" cy="0"/>
        </a:xfrm>
      </p:grpSpPr>
      <p:sp useBgFill="1">
        <p:nvSpPr>
          <p:cNvPr id="1827281850" name="Rectangle 7"/>
          <p:cNvSpPr>
            <a:spLocks noAdjustHandles="1" noChangeArrowheads="1" noChangeAspect="1" noChangeShapeType="1" noEditPoints="1" noGrp="1" noMove="1" noResize="1" noRot="1" noTextEdit="1"/>
          </p:cNvSpPr>
          <p:nvPr/>
        </p:nvSpPr>
        <p:spPr bwMode="auto">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solidFill>
                <a:schemeClr val="bg1"/>
              </a:solidFill>
              <a:latin typeface="MADE Evolve Sans EVO"/>
              <a:cs typeface="MADE Evolve Sans EVO"/>
            </a:endParaRPr>
          </a:p>
        </p:txBody>
      </p:sp>
      <p:sp>
        <p:nvSpPr>
          <p:cNvPr id="2014234170" name="Freeform: Shape 11"/>
          <p:cNvSpPr>
            <a:spLocks noAdjustHandles="1" noChangeArrowheads="1" noChangeAspect="1" noChangeShapeType="1" noEditPoints="1" noGrp="1" noMove="1" noResize="1" noRot="1" noTextEdit="1"/>
          </p:cNvSpPr>
          <p:nvPr/>
        </p:nvSpPr>
        <p:spPr bwMode="auto">
          <a:xfrm rot="10800000">
            <a:off x="2750" y="1"/>
            <a:ext cx="12188952" cy="2452880"/>
          </a:xfrm>
          <a:custGeom>
            <a:avLst/>
            <a:gdLst>
              <a:gd name="connsiteX0" fmla="*/ 8951169 w 12178450"/>
              <a:gd name="connsiteY0" fmla="*/ 32 h 2001622"/>
              <a:gd name="connsiteX1" fmla="*/ 11653845 w 12178450"/>
              <a:gd name="connsiteY1" fmla="*/ 209874 h 2001622"/>
              <a:gd name="connsiteX2" fmla="*/ 12178450 w 12178450"/>
              <a:gd name="connsiteY2" fmla="*/ 286723 h 2001622"/>
              <a:gd name="connsiteX3" fmla="*/ 12178450 w 12178450"/>
              <a:gd name="connsiteY3" fmla="*/ 2001622 h 2001622"/>
              <a:gd name="connsiteX4" fmla="*/ 0 w 12178450"/>
              <a:gd name="connsiteY4" fmla="*/ 2001622 h 2001622"/>
              <a:gd name="connsiteX5" fmla="*/ 0 w 12178450"/>
              <a:gd name="connsiteY5" fmla="*/ 1010979 h 2001622"/>
              <a:gd name="connsiteX6" fmla="*/ 8951169 w 12178450"/>
              <a:gd name="connsiteY6" fmla="*/ 32 h 2001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78450" h="2001622" fill="norm" stroke="1" extrusionOk="0">
                <a:moveTo>
                  <a:pt x="8951169" y="32"/>
                </a:moveTo>
                <a:cubicBezTo>
                  <a:pt x="9704520" y="1593"/>
                  <a:pt x="10578586" y="62133"/>
                  <a:pt x="11653845" y="209874"/>
                </a:cubicBezTo>
                <a:lnTo>
                  <a:pt x="12178450" y="286723"/>
                </a:lnTo>
                <a:lnTo>
                  <a:pt x="12178450" y="2001622"/>
                </a:lnTo>
                <a:lnTo>
                  <a:pt x="0" y="2001622"/>
                </a:lnTo>
                <a:lnTo>
                  <a:pt x="0" y="1010979"/>
                </a:lnTo>
                <a:cubicBezTo>
                  <a:pt x="4768989" y="1010979"/>
                  <a:pt x="5812206" y="-6472"/>
                  <a:pt x="8951169" y="32"/>
                </a:cubicBezTo>
                <a:close/>
              </a:path>
            </a:pathLst>
          </a:custGeom>
          <a:solidFill>
            <a:schemeClr val="accent5">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a:solidFill>
                <a:schemeClr val="bg1"/>
              </a:solidFill>
              <a:latin typeface="MADE Evolve Sans EVO"/>
              <a:cs typeface="MADE Evolve Sans EVO"/>
            </a:endParaRPr>
          </a:p>
        </p:txBody>
      </p:sp>
      <p:sp>
        <p:nvSpPr>
          <p:cNvPr id="1119598141" name="Right Triangle 13"/>
          <p:cNvSpPr>
            <a:spLocks noAdjustHandles="1" noChangeArrowheads="1" noChangeAspect="1" noChangeShapeType="1" noEditPoints="1" noGrp="1" noMove="1" noResize="1" noRot="1" noTextEdit="1"/>
          </p:cNvSpPr>
          <p:nvPr/>
        </p:nvSpPr>
        <p:spPr bwMode="auto">
          <a:xfrm rot="13500000">
            <a:off x="-265270" y="4918297"/>
            <a:ext cx="568289" cy="568289"/>
          </a:xfrm>
          <a:prstGeom prst="rtTriangle">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latin typeface="MADE Evolve Sans EVO"/>
              <a:cs typeface="MADE Evolve Sans EVO"/>
            </a:endParaRPr>
          </a:p>
        </p:txBody>
      </p:sp>
      <p:grpSp>
        <p:nvGrpSpPr>
          <p:cNvPr id="2033921075" name="Group 15"/>
          <p:cNvGrpSpPr>
            <a:grpSpLocks noChangeAspect="1" noGrp="1" noMove="1" noResize="1" noRot="1" noUngrp="1"/>
          </p:cNvGrpSpPr>
          <p:nvPr/>
        </p:nvGrpSpPr>
        <p:grpSpPr bwMode="auto">
          <a:xfrm>
            <a:off x="-6214" y="-1"/>
            <a:ext cx="12214827" cy="6858000"/>
            <a:chOff x="-6214" y="-1"/>
            <a:chExt cx="12214827" cy="6858000"/>
          </a:xfrm>
        </p:grpSpPr>
        <p:cxnSp>
          <p:nvCxnSpPr>
            <p:cNvPr id="17" name="Straight Connector 16"/>
            <p:cNvCxnSpPr/>
            <p:nvPr/>
          </p:nvCxnSpPr>
          <p:spPr bwMode="auto">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auto">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auto">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auto">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auto">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auto">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auto">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auto">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auto">
            <a:xfrm>
              <a:off x="5189717"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auto">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auto">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auto">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auto">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auto">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auto">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auto">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auto">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auto">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auto">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auto">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auto">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auto">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auto">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auto">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auto">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auto">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auto">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auto">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auto">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79872966" name="Title 1"/>
          <p:cNvSpPr>
            <a:spLocks noGrp="1"/>
          </p:cNvSpPr>
          <p:nvPr>
            <p:ph type="ctrTitle"/>
          </p:nvPr>
        </p:nvSpPr>
        <p:spPr bwMode="auto">
          <a:xfrm>
            <a:off x="418506" y="279114"/>
            <a:ext cx="6577552" cy="1674377"/>
          </a:xfrm>
        </p:spPr>
        <p:txBody>
          <a:bodyPr anchor="ctr">
            <a:normAutofit/>
          </a:bodyPr>
          <a:lstStyle/>
          <a:p>
            <a:pPr algn="l">
              <a:defRPr/>
            </a:pPr>
            <a:r>
              <a:rPr lang="en-US">
                <a:solidFill>
                  <a:schemeClr val="tx2"/>
                </a:solidFill>
                <a:latin typeface="MADE Evolve Sans EVO"/>
                <a:ea typeface="MADE Evolve Sans EVO"/>
                <a:cs typeface="MADE Evolve Sans EVO"/>
              </a:rPr>
              <a:t>Tech Stack</a:t>
            </a:r>
            <a:endParaRPr>
              <a:solidFill>
                <a:schemeClr val="tx2"/>
              </a:solidFill>
              <a:latin typeface="MADE Evolve Sans EVO"/>
              <a:cs typeface="MADE Evolve Sans EVO"/>
            </a:endParaRPr>
          </a:p>
        </p:txBody>
      </p:sp>
      <p:sp>
        <p:nvSpPr>
          <p:cNvPr id="1115550393" name=""/>
          <p:cNvSpPr txBox="1"/>
          <p:nvPr/>
        </p:nvSpPr>
        <p:spPr bwMode="auto">
          <a:xfrm rot="0" flipH="0" flipV="0">
            <a:off x="1339038" y="1623779"/>
            <a:ext cx="9196368" cy="5139287"/>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nSpc>
                <a:spcPct val="114999"/>
              </a:lnSpc>
              <a:defRPr/>
            </a:pPr>
            <a:r>
              <a:rPr sz="1600" b="1" i="0" u="none">
                <a:solidFill>
                  <a:schemeClr val="tx1"/>
                </a:solidFill>
                <a:latin typeface="MADE Evolve Sans EVO"/>
                <a:ea typeface="MADE Evolve Sans EVO"/>
                <a:cs typeface="MADE Evolve Sans EVO"/>
              </a:rPr>
              <a:t>Backend</a:t>
            </a:r>
            <a:r>
              <a:rPr sz="1600" b="1">
                <a:solidFill>
                  <a:schemeClr val="tx1"/>
                </a:solidFill>
                <a:latin typeface="MADE Evolve Sans EVO"/>
                <a:ea typeface="MADE Evolve Sans EVO"/>
                <a:cs typeface="MADE Evolve Sans EVO"/>
              </a:rPr>
              <a:t>:</a:t>
            </a:r>
            <a:endParaRPr sz="1600" b="1">
              <a:solidFill>
                <a:schemeClr val="tx1"/>
              </a:solidFill>
              <a:latin typeface="MADE Evolve Sans EVO"/>
              <a:ea typeface="MADE Evolve Sans EVO"/>
              <a:cs typeface="MADE Evolve Sans EVO"/>
            </a:endParaRPr>
          </a:p>
          <a:p>
            <a:pPr>
              <a:lnSpc>
                <a:spcPct val="114999"/>
              </a:lnSpc>
              <a:defRPr/>
            </a:pPr>
            <a:r>
              <a:rPr sz="1600" b="0" i="0" u="none">
                <a:solidFill>
                  <a:schemeClr val="tx1"/>
                </a:solidFill>
                <a:latin typeface="MADE Evolve Sans EVO"/>
                <a:ea typeface="MADE Evolve Sans EVO"/>
                <a:cs typeface="MADE Evolve Sans EVO"/>
              </a:rPr>
              <a:t>Python 3.13</a:t>
            </a:r>
            <a:r>
              <a:rPr sz="1600" b="0" i="0" u="none">
                <a:solidFill>
                  <a:schemeClr val="tx1"/>
                </a:solidFill>
                <a:latin typeface="MADE Evolve Sans EVO"/>
                <a:ea typeface="MADE Evolve Sans EVO"/>
                <a:cs typeface="MADE Evolve Sans EVO"/>
              </a:rPr>
              <a:t> </a:t>
            </a:r>
            <a:r>
              <a:rPr sz="1600" b="0" i="0" u="none">
                <a:solidFill>
                  <a:schemeClr val="tx1"/>
                </a:solidFill>
                <a:latin typeface="MADE Evolve Sans EVO"/>
                <a:ea typeface="MADE Evolve Sans EVO"/>
                <a:cs typeface="MADE Evolve Sans EVO"/>
              </a:rPr>
              <a:t>- Core programming language</a:t>
            </a:r>
            <a:endParaRPr sz="1600" b="0">
              <a:solidFill>
                <a:schemeClr val="tx1"/>
              </a:solidFill>
              <a:latin typeface="MADE Evolve Sans EVO"/>
              <a:ea typeface="MADE Evolve Sans EVO"/>
              <a:cs typeface="MADE Evolve Sans EVO"/>
            </a:endParaRPr>
          </a:p>
          <a:p>
            <a:pPr>
              <a:lnSpc>
                <a:spcPct val="114999"/>
              </a:lnSpc>
              <a:defRPr/>
            </a:pPr>
            <a:r>
              <a:rPr sz="1600" b="0" i="0" u="none">
                <a:solidFill>
                  <a:schemeClr val="tx1"/>
                </a:solidFill>
                <a:latin typeface="MADE Evolve Sans EVO"/>
                <a:ea typeface="MADE Evolve Sans EVO"/>
                <a:cs typeface="MADE Evolve Sans EVO"/>
              </a:rPr>
              <a:t>Apache Spark 3.5.3</a:t>
            </a:r>
            <a:r>
              <a:rPr sz="1600" b="0" i="0" u="none">
                <a:solidFill>
                  <a:schemeClr val="tx1"/>
                </a:solidFill>
                <a:latin typeface="MADE Evolve Sans EVO"/>
                <a:ea typeface="MADE Evolve Sans EVO"/>
                <a:cs typeface="MADE Evolve Sans EVO"/>
              </a:rPr>
              <a:t> </a:t>
            </a:r>
            <a:r>
              <a:rPr sz="1600" b="0" i="0" u="none">
                <a:solidFill>
                  <a:schemeClr val="tx1"/>
                </a:solidFill>
                <a:latin typeface="MADE Evolve Sans EVO"/>
                <a:ea typeface="MADE Evolve Sans EVO"/>
                <a:cs typeface="MADE Evolve Sans EVO"/>
              </a:rPr>
              <a:t>- Distributed data processing</a:t>
            </a:r>
            <a:endParaRPr sz="1600" b="0">
              <a:solidFill>
                <a:schemeClr val="tx1"/>
              </a:solidFill>
              <a:latin typeface="MADE Evolve Sans EVO"/>
              <a:cs typeface="MADE Evolve Sans EVO"/>
            </a:endParaRPr>
          </a:p>
          <a:p>
            <a:pPr>
              <a:lnSpc>
                <a:spcPct val="114999"/>
              </a:lnSpc>
              <a:defRPr/>
            </a:pPr>
            <a:r>
              <a:rPr sz="1600" b="0" i="0" u="none">
                <a:solidFill>
                  <a:schemeClr val="tx1"/>
                </a:solidFill>
                <a:latin typeface="MADE Evolve Sans EVO"/>
                <a:ea typeface="MADE Evolve Sans EVO"/>
                <a:cs typeface="MADE Evolve Sans EVO"/>
              </a:rPr>
              <a:t>PySpark MLlib</a:t>
            </a:r>
            <a:r>
              <a:rPr sz="1600" b="0" i="0" u="none">
                <a:solidFill>
                  <a:schemeClr val="tx1"/>
                </a:solidFill>
                <a:latin typeface="MADE Evolve Sans EVO"/>
                <a:ea typeface="MADE Evolve Sans EVO"/>
                <a:cs typeface="MADE Evolve Sans EVO"/>
              </a:rPr>
              <a:t> </a:t>
            </a:r>
            <a:r>
              <a:rPr sz="1600" b="0" i="0" u="none">
                <a:solidFill>
                  <a:schemeClr val="tx1"/>
                </a:solidFill>
                <a:latin typeface="MADE Evolve Sans EVO"/>
                <a:ea typeface="MADE Evolve Sans EVO"/>
                <a:cs typeface="MADE Evolve Sans EVO"/>
              </a:rPr>
              <a:t>- Machine learning library</a:t>
            </a:r>
            <a:endParaRPr sz="1600" b="0">
              <a:solidFill>
                <a:schemeClr val="tx1"/>
              </a:solidFill>
              <a:latin typeface="MADE Evolve Sans EVO"/>
              <a:cs typeface="MADE Evolve Sans EVO"/>
            </a:endParaRPr>
          </a:p>
          <a:p>
            <a:pPr>
              <a:lnSpc>
                <a:spcPct val="114999"/>
              </a:lnSpc>
              <a:defRPr/>
            </a:pPr>
            <a:r>
              <a:rPr sz="1600" b="0" i="0" u="none">
                <a:solidFill>
                  <a:schemeClr val="tx1"/>
                </a:solidFill>
                <a:latin typeface="MADE Evolve Sans EVO"/>
                <a:ea typeface="MADE Evolve Sans EVO"/>
                <a:cs typeface="MADE Evolve Sans EVO"/>
              </a:rPr>
              <a:t>Flask 3.0.0</a:t>
            </a:r>
            <a:r>
              <a:rPr sz="1600" b="0" i="0" u="none">
                <a:solidFill>
                  <a:schemeClr val="tx1"/>
                </a:solidFill>
                <a:latin typeface="MADE Evolve Sans EVO"/>
                <a:ea typeface="MADE Evolve Sans EVO"/>
                <a:cs typeface="MADE Evolve Sans EVO"/>
              </a:rPr>
              <a:t> </a:t>
            </a:r>
            <a:r>
              <a:rPr sz="1600" b="0" i="0" u="none">
                <a:solidFill>
                  <a:schemeClr val="tx1"/>
                </a:solidFill>
                <a:latin typeface="MADE Evolve Sans EVO"/>
                <a:ea typeface="MADE Evolve Sans EVO"/>
                <a:cs typeface="MADE Evolve Sans EVO"/>
              </a:rPr>
              <a:t>- REST API framework</a:t>
            </a:r>
            <a:endParaRPr sz="1600" b="0">
              <a:solidFill>
                <a:schemeClr val="tx1"/>
              </a:solidFill>
              <a:latin typeface="MADE Evolve Sans EVO"/>
              <a:ea typeface="MADE Evolve Sans EVO"/>
              <a:cs typeface="MADE Evolve Sans EVO"/>
            </a:endParaRPr>
          </a:p>
          <a:p>
            <a:pPr>
              <a:lnSpc>
                <a:spcPct val="114999"/>
              </a:lnSpc>
              <a:defRPr/>
            </a:pPr>
            <a:endParaRPr sz="1600" b="0">
              <a:solidFill>
                <a:schemeClr val="tx1"/>
              </a:solidFill>
              <a:latin typeface="MADE Evolve Sans EVO"/>
              <a:cs typeface="MADE Evolve Sans EVO"/>
            </a:endParaRPr>
          </a:p>
          <a:p>
            <a:pPr>
              <a:lnSpc>
                <a:spcPct val="114999"/>
              </a:lnSpc>
              <a:defRPr/>
            </a:pPr>
            <a:r>
              <a:rPr sz="1600" b="1" i="0" u="none">
                <a:solidFill>
                  <a:schemeClr val="tx1"/>
                </a:solidFill>
                <a:latin typeface="MADE Evolve Sans EVO"/>
                <a:ea typeface="MADE Evolve Sans EVO"/>
                <a:cs typeface="MADE Evolve Sans EVO"/>
              </a:rPr>
              <a:t>Frontend</a:t>
            </a:r>
            <a:r>
              <a:rPr sz="1600" b="1">
                <a:solidFill>
                  <a:schemeClr val="tx1"/>
                </a:solidFill>
                <a:latin typeface="MADE Evolve Sans EVO"/>
                <a:ea typeface="MADE Evolve Sans EVO"/>
                <a:cs typeface="MADE Evolve Sans EVO"/>
              </a:rPr>
              <a:t>:</a:t>
            </a:r>
            <a:endParaRPr sz="1600" b="1">
              <a:solidFill>
                <a:schemeClr val="tx1"/>
              </a:solidFill>
              <a:latin typeface="MADE Evolve Sans EVO"/>
              <a:ea typeface="MADE Evolve Sans EVO"/>
              <a:cs typeface="MADE Evolve Sans EVO"/>
            </a:endParaRPr>
          </a:p>
          <a:p>
            <a:pPr>
              <a:lnSpc>
                <a:spcPct val="114999"/>
              </a:lnSpc>
              <a:defRPr/>
            </a:pPr>
            <a:r>
              <a:rPr sz="1600" b="0" i="0" u="none">
                <a:solidFill>
                  <a:schemeClr val="tx1"/>
                </a:solidFill>
                <a:latin typeface="MADE Evolve Sans EVO"/>
                <a:ea typeface="MADE Evolve Sans EVO"/>
                <a:cs typeface="MADE Evolve Sans EVO"/>
              </a:rPr>
              <a:t>React 18.2.0</a:t>
            </a:r>
            <a:r>
              <a:rPr sz="1600" b="0" i="0" u="none">
                <a:solidFill>
                  <a:schemeClr val="tx1"/>
                </a:solidFill>
                <a:latin typeface="MADE Evolve Sans EVO"/>
                <a:ea typeface="MADE Evolve Sans EVO"/>
                <a:cs typeface="MADE Evolve Sans EVO"/>
              </a:rPr>
              <a:t> </a:t>
            </a:r>
            <a:r>
              <a:rPr sz="1600" b="0" i="0" u="none">
                <a:solidFill>
                  <a:schemeClr val="tx1"/>
                </a:solidFill>
                <a:latin typeface="MADE Evolve Sans EVO"/>
                <a:ea typeface="MADE Evolve Sans EVO"/>
                <a:cs typeface="MADE Evolve Sans EVO"/>
              </a:rPr>
              <a:t>- UI framework</a:t>
            </a:r>
            <a:endParaRPr sz="1600" b="0">
              <a:solidFill>
                <a:schemeClr val="tx1"/>
              </a:solidFill>
              <a:latin typeface="MADE Evolve Sans EVO"/>
              <a:cs typeface="MADE Evolve Sans EVO"/>
            </a:endParaRPr>
          </a:p>
          <a:p>
            <a:pPr>
              <a:lnSpc>
                <a:spcPct val="114999"/>
              </a:lnSpc>
              <a:defRPr/>
            </a:pPr>
            <a:r>
              <a:rPr sz="1600" b="0" i="0" u="none">
                <a:solidFill>
                  <a:schemeClr val="tx1"/>
                </a:solidFill>
                <a:latin typeface="MADE Evolve Sans EVO"/>
                <a:ea typeface="MADE Evolve Sans EVO"/>
                <a:cs typeface="MADE Evolve Sans EVO"/>
              </a:rPr>
              <a:t>Vite</a:t>
            </a:r>
            <a:r>
              <a:rPr sz="1600" b="0" i="0" u="none">
                <a:solidFill>
                  <a:schemeClr val="tx1"/>
                </a:solidFill>
                <a:latin typeface="MADE Evolve Sans EVO"/>
                <a:ea typeface="MADE Evolve Sans EVO"/>
                <a:cs typeface="MADE Evolve Sans EVO"/>
              </a:rPr>
              <a:t> </a:t>
            </a:r>
            <a:r>
              <a:rPr sz="1600" b="0" i="0" u="none">
                <a:solidFill>
                  <a:schemeClr val="tx1"/>
                </a:solidFill>
                <a:latin typeface="MADE Evolve Sans EVO"/>
                <a:ea typeface="MADE Evolve Sans EVO"/>
                <a:cs typeface="MADE Evolve Sans EVO"/>
              </a:rPr>
              <a:t>- Build tool</a:t>
            </a:r>
            <a:endParaRPr sz="1600" b="0">
              <a:solidFill>
                <a:schemeClr val="tx1"/>
              </a:solidFill>
              <a:latin typeface="MADE Evolve Sans EVO"/>
              <a:cs typeface="MADE Evolve Sans EVO"/>
            </a:endParaRPr>
          </a:p>
          <a:p>
            <a:pPr>
              <a:lnSpc>
                <a:spcPct val="114999"/>
              </a:lnSpc>
              <a:defRPr/>
            </a:pPr>
            <a:r>
              <a:rPr sz="1600" b="0" i="0" u="none">
                <a:solidFill>
                  <a:schemeClr val="tx1"/>
                </a:solidFill>
                <a:latin typeface="MADE Evolve Sans EVO"/>
                <a:ea typeface="MADE Evolve Sans EVO"/>
                <a:cs typeface="MADE Evolve Sans EVO"/>
              </a:rPr>
              <a:t>Framer Motion</a:t>
            </a:r>
            <a:r>
              <a:rPr sz="1600" b="0" i="0" u="none">
                <a:solidFill>
                  <a:schemeClr val="tx1"/>
                </a:solidFill>
                <a:latin typeface="MADE Evolve Sans EVO"/>
                <a:ea typeface="MADE Evolve Sans EVO"/>
                <a:cs typeface="MADE Evolve Sans EVO"/>
              </a:rPr>
              <a:t> </a:t>
            </a:r>
            <a:r>
              <a:rPr sz="1600" b="0" i="0" u="none">
                <a:solidFill>
                  <a:schemeClr val="tx1"/>
                </a:solidFill>
                <a:latin typeface="MADE Evolve Sans EVO"/>
                <a:ea typeface="MADE Evolve Sans EVO"/>
                <a:cs typeface="MADE Evolve Sans EVO"/>
              </a:rPr>
              <a:t>- Animations</a:t>
            </a:r>
            <a:endParaRPr sz="1600" b="0">
              <a:solidFill>
                <a:schemeClr val="tx1"/>
              </a:solidFill>
              <a:latin typeface="MADE Evolve Sans EVO"/>
              <a:cs typeface="MADE Evolve Sans EVO"/>
            </a:endParaRPr>
          </a:p>
          <a:p>
            <a:pPr>
              <a:lnSpc>
                <a:spcPct val="114999"/>
              </a:lnSpc>
              <a:defRPr/>
            </a:pPr>
            <a:r>
              <a:rPr sz="1600" b="0" i="0" u="none">
                <a:solidFill>
                  <a:schemeClr val="tx1"/>
                </a:solidFill>
                <a:latin typeface="MADE Evolve Sans EVO"/>
                <a:ea typeface="MADE Evolve Sans EVO"/>
                <a:cs typeface="MADE Evolve Sans EVO"/>
              </a:rPr>
              <a:t>Recharts</a:t>
            </a:r>
            <a:r>
              <a:rPr sz="1600" b="0" i="0" u="none">
                <a:solidFill>
                  <a:schemeClr val="tx1"/>
                </a:solidFill>
                <a:latin typeface="MADE Evolve Sans EVO"/>
                <a:ea typeface="MADE Evolve Sans EVO"/>
                <a:cs typeface="MADE Evolve Sans EVO"/>
              </a:rPr>
              <a:t> </a:t>
            </a:r>
            <a:r>
              <a:rPr sz="1600" b="0" i="0" u="none">
                <a:solidFill>
                  <a:schemeClr val="tx1"/>
                </a:solidFill>
                <a:latin typeface="MADE Evolve Sans EVO"/>
                <a:ea typeface="MADE Evolve Sans EVO"/>
                <a:cs typeface="MADE Evolve Sans EVO"/>
              </a:rPr>
              <a:t>- Data visualizations</a:t>
            </a:r>
            <a:endParaRPr sz="1600" b="0">
              <a:solidFill>
                <a:schemeClr val="tx1"/>
              </a:solidFill>
              <a:latin typeface="MADE Evolve Sans EVO"/>
              <a:cs typeface="MADE Evolve Sans EVO"/>
            </a:endParaRPr>
          </a:p>
          <a:p>
            <a:pPr>
              <a:lnSpc>
                <a:spcPct val="114999"/>
              </a:lnSpc>
              <a:defRPr/>
            </a:pPr>
            <a:r>
              <a:rPr sz="1600" b="0" i="0" u="none">
                <a:solidFill>
                  <a:schemeClr val="tx1"/>
                </a:solidFill>
                <a:latin typeface="MADE Evolve Sans EVO"/>
                <a:ea typeface="MADE Evolve Sans EVO"/>
                <a:cs typeface="MADE Evolve Sans EVO"/>
              </a:rPr>
              <a:t>Machine Learning</a:t>
            </a:r>
            <a:endParaRPr sz="1600" b="0">
              <a:solidFill>
                <a:schemeClr val="tx1"/>
              </a:solidFill>
              <a:latin typeface="MADE Evolve Sans EVO"/>
              <a:cs typeface="MADE Evolve Sans EVO"/>
            </a:endParaRPr>
          </a:p>
          <a:p>
            <a:pPr>
              <a:lnSpc>
                <a:spcPct val="114999"/>
              </a:lnSpc>
              <a:defRPr/>
            </a:pPr>
            <a:r>
              <a:rPr sz="1600" b="0" i="0" u="none">
                <a:solidFill>
                  <a:schemeClr val="tx1"/>
                </a:solidFill>
                <a:latin typeface="MADE Evolve Sans EVO"/>
                <a:ea typeface="MADE Evolve Sans EVO"/>
                <a:cs typeface="MADE Evolve Sans EVO"/>
              </a:rPr>
              <a:t>Logistic Regression</a:t>
            </a:r>
            <a:r>
              <a:rPr sz="1600" b="0" i="0" u="none">
                <a:solidFill>
                  <a:schemeClr val="tx1"/>
                </a:solidFill>
                <a:latin typeface="MADE Evolve Sans EVO"/>
                <a:ea typeface="MADE Evolve Sans EVO"/>
                <a:cs typeface="MADE Evolve Sans EVO"/>
              </a:rPr>
              <a:t> </a:t>
            </a:r>
            <a:r>
              <a:rPr sz="1600" b="0" i="0" u="none">
                <a:solidFill>
                  <a:schemeClr val="tx1"/>
                </a:solidFill>
                <a:latin typeface="MADE Evolve Sans EVO"/>
                <a:ea typeface="MADE Evolve Sans EVO"/>
                <a:cs typeface="MADE Evolve Sans EVO"/>
              </a:rPr>
              <a:t>- Classification algorithm</a:t>
            </a:r>
            <a:endParaRPr sz="1600" b="0">
              <a:solidFill>
                <a:schemeClr val="tx1"/>
              </a:solidFill>
              <a:latin typeface="MADE Evolve Sans EVO"/>
              <a:cs typeface="MADE Evolve Sans EVO"/>
            </a:endParaRPr>
          </a:p>
          <a:p>
            <a:pPr>
              <a:lnSpc>
                <a:spcPct val="114999"/>
              </a:lnSpc>
              <a:defRPr/>
            </a:pPr>
            <a:r>
              <a:rPr sz="1600" b="0" i="0" u="none">
                <a:solidFill>
                  <a:schemeClr val="tx1"/>
                </a:solidFill>
                <a:latin typeface="MADE Evolve Sans EVO"/>
                <a:ea typeface="MADE Evolve Sans EVO"/>
                <a:cs typeface="MADE Evolve Sans EVO"/>
              </a:rPr>
              <a:t>TF-IDF</a:t>
            </a:r>
            <a:r>
              <a:rPr sz="1600" b="0" i="0" u="none">
                <a:solidFill>
                  <a:schemeClr val="tx1"/>
                </a:solidFill>
                <a:latin typeface="MADE Evolve Sans EVO"/>
                <a:ea typeface="MADE Evolve Sans EVO"/>
                <a:cs typeface="MADE Evolve Sans EVO"/>
              </a:rPr>
              <a:t> </a:t>
            </a:r>
            <a:r>
              <a:rPr sz="1600" b="0" i="0" u="none">
                <a:solidFill>
                  <a:schemeClr val="tx1"/>
                </a:solidFill>
                <a:latin typeface="MADE Evolve Sans EVO"/>
                <a:ea typeface="MADE Evolve Sans EVO"/>
                <a:cs typeface="MADE Evolve Sans EVO"/>
              </a:rPr>
              <a:t>- Text vectorization (10,000 features)</a:t>
            </a:r>
            <a:endParaRPr sz="1600" b="0">
              <a:solidFill>
                <a:schemeClr val="tx1"/>
              </a:solidFill>
              <a:latin typeface="MADE Evolve Sans EVO"/>
              <a:cs typeface="MADE Evolve Sans EVO"/>
            </a:endParaRPr>
          </a:p>
          <a:p>
            <a:pPr>
              <a:lnSpc>
                <a:spcPct val="114999"/>
              </a:lnSpc>
              <a:defRPr/>
            </a:pPr>
            <a:r>
              <a:rPr sz="1600" b="0" i="0" u="none">
                <a:solidFill>
                  <a:schemeClr val="tx1"/>
                </a:solidFill>
                <a:latin typeface="MADE Evolve Sans EVO"/>
                <a:ea typeface="MADE Evolve Sans EVO"/>
                <a:cs typeface="MADE Evolve Sans EVO"/>
              </a:rPr>
              <a:t>Custom Lexicon</a:t>
            </a:r>
            <a:r>
              <a:rPr sz="1600" b="0" i="0" u="none">
                <a:solidFill>
                  <a:schemeClr val="tx1"/>
                </a:solidFill>
                <a:latin typeface="MADE Evolve Sans EVO"/>
                <a:ea typeface="MADE Evolve Sans EVO"/>
                <a:cs typeface="MADE Evolve Sans EVO"/>
              </a:rPr>
              <a:t> </a:t>
            </a:r>
            <a:r>
              <a:rPr sz="1600" b="0" i="0" u="none">
                <a:solidFill>
                  <a:schemeClr val="tx1"/>
                </a:solidFill>
                <a:latin typeface="MADE Evolve Sans EVO"/>
                <a:ea typeface="MADE Evolve Sans EVO"/>
                <a:cs typeface="MADE Evolve Sans EVO"/>
              </a:rPr>
              <a:t>- Domain-specific features (7 features)</a:t>
            </a:r>
            <a:endParaRPr sz="1600" b="0">
              <a:solidFill>
                <a:schemeClr val="tx1"/>
              </a:solidFill>
              <a:latin typeface="MADE Evolve Sans EVO"/>
              <a:cs typeface="MADE Evolve Sans EVO"/>
            </a:endParaRPr>
          </a:p>
          <a:p>
            <a:pPr>
              <a:lnSpc>
                <a:spcPct val="114999"/>
              </a:lnSpc>
              <a:defRPr/>
            </a:pPr>
            <a:r>
              <a:rPr sz="1600" b="1" i="0" u="none">
                <a:solidFill>
                  <a:schemeClr val="tx1"/>
                </a:solidFill>
                <a:latin typeface="MADE Evolve Sans EVO"/>
                <a:ea typeface="MADE Evolve Sans EVO"/>
                <a:cs typeface="MADE Evolve Sans EVO"/>
              </a:rPr>
              <a:t>Data</a:t>
            </a:r>
            <a:endParaRPr sz="1600" b="1">
              <a:solidFill>
                <a:schemeClr val="tx1"/>
              </a:solidFill>
              <a:latin typeface="MADE Evolve Sans EVO"/>
              <a:cs typeface="MADE Evolve Sans EVO"/>
            </a:endParaRPr>
          </a:p>
          <a:p>
            <a:pPr>
              <a:lnSpc>
                <a:spcPct val="114999"/>
              </a:lnSpc>
              <a:defRPr/>
            </a:pPr>
            <a:r>
              <a:rPr sz="1600" b="0" i="0" u="none">
                <a:solidFill>
                  <a:schemeClr val="tx1"/>
                </a:solidFill>
                <a:latin typeface="MADE Evolve Sans EVO"/>
                <a:ea typeface="MADE Evolve Sans EVO"/>
                <a:cs typeface="MADE Evolve Sans EVO"/>
              </a:rPr>
              <a:t>Jigsaw Dataset</a:t>
            </a:r>
            <a:r>
              <a:rPr sz="1600" b="0" i="0" u="none">
                <a:solidFill>
                  <a:schemeClr val="tx1"/>
                </a:solidFill>
                <a:latin typeface="MADE Evolve Sans EVO"/>
                <a:ea typeface="MADE Evolve Sans EVO"/>
                <a:cs typeface="MADE Evolve Sans EVO"/>
              </a:rPr>
              <a:t> </a:t>
            </a:r>
            <a:r>
              <a:rPr sz="1600" b="0" i="0" u="none">
                <a:solidFill>
                  <a:schemeClr val="tx1"/>
                </a:solidFill>
                <a:latin typeface="MADE Evolve Sans EVO"/>
                <a:ea typeface="MADE Evolve Sans EVO"/>
                <a:cs typeface="MADE Evolve Sans EVO"/>
              </a:rPr>
              <a:t>- 589K toxic comments</a:t>
            </a:r>
            <a:endParaRPr sz="1600" b="0">
              <a:solidFill>
                <a:schemeClr val="tx1"/>
              </a:solidFill>
              <a:latin typeface="MADE Evolve Sans EVO"/>
              <a:cs typeface="MADE Evolve Sans EVO"/>
            </a:endParaRPr>
          </a:p>
          <a:p>
            <a:pPr>
              <a:lnSpc>
                <a:spcPct val="114999"/>
              </a:lnSpc>
              <a:defRPr/>
            </a:pPr>
            <a:r>
              <a:rPr sz="1600" b="0" i="0" u="none">
                <a:solidFill>
                  <a:schemeClr val="tx1"/>
                </a:solidFill>
                <a:latin typeface="MADE Evolve Sans EVO"/>
                <a:ea typeface="MADE Evolve Sans EVO"/>
                <a:cs typeface="MADE Evolve Sans EVO"/>
              </a:rPr>
              <a:t>CSV Storage</a:t>
            </a:r>
            <a:r>
              <a:rPr sz="1600" b="0" i="0" u="none">
                <a:solidFill>
                  <a:schemeClr val="tx1"/>
                </a:solidFill>
                <a:latin typeface="MADE Evolve Sans EVO"/>
                <a:ea typeface="MADE Evolve Sans EVO"/>
                <a:cs typeface="MADE Evolve Sans EVO"/>
              </a:rPr>
              <a:t> </a:t>
            </a:r>
            <a:r>
              <a:rPr sz="1600" b="0" i="0" u="none">
                <a:solidFill>
                  <a:schemeClr val="tx1"/>
                </a:solidFill>
                <a:latin typeface="MADE Evolve Sans EVO"/>
                <a:ea typeface="MADE Evolve Sans EVO"/>
                <a:cs typeface="MADE Evolve Sans EVO"/>
              </a:rPr>
              <a:t>- Data persistence</a:t>
            </a:r>
            <a:endParaRPr sz="1600" b="0">
              <a:solidFill>
                <a:schemeClr val="tx1"/>
              </a:solidFill>
              <a:latin typeface="MADE Evolve Sans EVO"/>
              <a:cs typeface="MADE Evolve Sans EVO"/>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chemeClr val="bg1"/>
        </a:solidFill>
      </p:bgPr>
    </p:bg>
    <p:spTree>
      <p:nvGrpSpPr>
        <p:cNvPr id="1" name=""/>
        <p:cNvGrpSpPr/>
        <p:nvPr/>
      </p:nvGrpSpPr>
      <p:grpSpPr bwMode="auto">
        <a:xfrm>
          <a:off x="0" y="0"/>
          <a:ext cx="0" cy="0"/>
          <a:chOff x="0" y="0"/>
          <a:chExt cx="0" cy="0"/>
        </a:xfrm>
      </p:grpSpPr>
      <p:sp useBgFill="1">
        <p:nvSpPr>
          <p:cNvPr id="1583869373" name="Rectangle 7"/>
          <p:cNvSpPr>
            <a:spLocks noAdjustHandles="1" noChangeArrowheads="1" noChangeAspect="1" noChangeShapeType="1" noEditPoints="1" noGrp="1" noMove="1" noResize="1" noRot="1" noTextEdit="1"/>
          </p:cNvSpPr>
          <p:nvPr/>
        </p:nvSpPr>
        <p:spPr bwMode="auto">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solidFill>
                <a:schemeClr val="bg1"/>
              </a:solidFill>
              <a:latin typeface="MADE Evolve Sans EVO"/>
              <a:cs typeface="MADE Evolve Sans EVO"/>
            </a:endParaRPr>
          </a:p>
        </p:txBody>
      </p:sp>
      <p:sp>
        <p:nvSpPr>
          <p:cNvPr id="923813973" name="Freeform: Shape 11"/>
          <p:cNvSpPr>
            <a:spLocks noAdjustHandles="1" noChangeArrowheads="1" noChangeAspect="1" noChangeShapeType="1" noEditPoints="1" noGrp="1" noMove="1" noResize="1" noRot="1" noTextEdit="1"/>
          </p:cNvSpPr>
          <p:nvPr/>
        </p:nvSpPr>
        <p:spPr bwMode="auto">
          <a:xfrm rot="10800000">
            <a:off x="2750" y="1"/>
            <a:ext cx="12188952" cy="2452880"/>
          </a:xfrm>
          <a:custGeom>
            <a:avLst/>
            <a:gdLst>
              <a:gd name="connsiteX0" fmla="*/ 8951169 w 12178450"/>
              <a:gd name="connsiteY0" fmla="*/ 32 h 2001622"/>
              <a:gd name="connsiteX1" fmla="*/ 11653845 w 12178450"/>
              <a:gd name="connsiteY1" fmla="*/ 209874 h 2001622"/>
              <a:gd name="connsiteX2" fmla="*/ 12178450 w 12178450"/>
              <a:gd name="connsiteY2" fmla="*/ 286723 h 2001622"/>
              <a:gd name="connsiteX3" fmla="*/ 12178450 w 12178450"/>
              <a:gd name="connsiteY3" fmla="*/ 2001622 h 2001622"/>
              <a:gd name="connsiteX4" fmla="*/ 0 w 12178450"/>
              <a:gd name="connsiteY4" fmla="*/ 2001622 h 2001622"/>
              <a:gd name="connsiteX5" fmla="*/ 0 w 12178450"/>
              <a:gd name="connsiteY5" fmla="*/ 1010979 h 2001622"/>
              <a:gd name="connsiteX6" fmla="*/ 8951169 w 12178450"/>
              <a:gd name="connsiteY6" fmla="*/ 32 h 2001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78450" h="2001622" fill="norm" stroke="1" extrusionOk="0">
                <a:moveTo>
                  <a:pt x="8951169" y="32"/>
                </a:moveTo>
                <a:cubicBezTo>
                  <a:pt x="9704520" y="1593"/>
                  <a:pt x="10578586" y="62133"/>
                  <a:pt x="11653845" y="209874"/>
                </a:cubicBezTo>
                <a:lnTo>
                  <a:pt x="12178450" y="286723"/>
                </a:lnTo>
                <a:lnTo>
                  <a:pt x="12178450" y="2001622"/>
                </a:lnTo>
                <a:lnTo>
                  <a:pt x="0" y="2001622"/>
                </a:lnTo>
                <a:lnTo>
                  <a:pt x="0" y="1010979"/>
                </a:lnTo>
                <a:cubicBezTo>
                  <a:pt x="4768989" y="1010979"/>
                  <a:pt x="5812206" y="-6472"/>
                  <a:pt x="8951169" y="32"/>
                </a:cubicBezTo>
                <a:close/>
              </a:path>
            </a:pathLst>
          </a:custGeom>
          <a:solidFill>
            <a:schemeClr val="accent5">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a:solidFill>
                <a:schemeClr val="bg1"/>
              </a:solidFill>
              <a:latin typeface="MADE Evolve Sans EVO"/>
              <a:cs typeface="MADE Evolve Sans EVO"/>
            </a:endParaRPr>
          </a:p>
        </p:txBody>
      </p:sp>
      <p:sp>
        <p:nvSpPr>
          <p:cNvPr id="740782208" name="Right Triangle 13"/>
          <p:cNvSpPr>
            <a:spLocks noAdjustHandles="1" noChangeArrowheads="1" noChangeAspect="1" noChangeShapeType="1" noEditPoints="1" noGrp="1" noMove="1" noResize="1" noRot="1" noTextEdit="1"/>
          </p:cNvSpPr>
          <p:nvPr/>
        </p:nvSpPr>
        <p:spPr bwMode="auto">
          <a:xfrm rot="13500000">
            <a:off x="-265270" y="4918297"/>
            <a:ext cx="568289" cy="568289"/>
          </a:xfrm>
          <a:prstGeom prst="rtTriangle">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latin typeface="MADE Evolve Sans EVO"/>
              <a:cs typeface="MADE Evolve Sans EVO"/>
            </a:endParaRPr>
          </a:p>
        </p:txBody>
      </p:sp>
      <p:grpSp>
        <p:nvGrpSpPr>
          <p:cNvPr id="1072194505" name="Group 15"/>
          <p:cNvGrpSpPr>
            <a:grpSpLocks noChangeAspect="1" noGrp="1" noMove="1" noResize="1" noRot="1" noUngrp="1"/>
          </p:cNvGrpSpPr>
          <p:nvPr/>
        </p:nvGrpSpPr>
        <p:grpSpPr bwMode="auto">
          <a:xfrm>
            <a:off x="-6214" y="-1"/>
            <a:ext cx="12214827" cy="6858000"/>
            <a:chOff x="-6214" y="-1"/>
            <a:chExt cx="12214827" cy="6858000"/>
          </a:xfrm>
        </p:grpSpPr>
        <p:cxnSp>
          <p:nvCxnSpPr>
            <p:cNvPr id="17" name="Straight Connector 16"/>
            <p:cNvCxnSpPr/>
            <p:nvPr/>
          </p:nvCxnSpPr>
          <p:spPr bwMode="auto">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auto">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auto">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auto">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auto">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auto">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auto">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auto">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auto">
            <a:xfrm>
              <a:off x="5189717"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auto">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auto">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auto">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auto">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auto">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auto">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auto">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auto">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auto">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auto">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auto">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auto">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auto">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auto">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auto">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auto">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auto">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auto">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auto">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auto">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1295479862" name="Title 1"/>
          <p:cNvSpPr>
            <a:spLocks noGrp="1"/>
          </p:cNvSpPr>
          <p:nvPr>
            <p:ph type="ctrTitle"/>
          </p:nvPr>
        </p:nvSpPr>
        <p:spPr bwMode="auto">
          <a:xfrm>
            <a:off x="418506" y="279114"/>
            <a:ext cx="12035377" cy="1674377"/>
          </a:xfrm>
        </p:spPr>
        <p:txBody>
          <a:bodyPr anchor="ctr">
            <a:normAutofit/>
          </a:bodyPr>
          <a:lstStyle/>
          <a:p>
            <a:pPr algn="l">
              <a:defRPr/>
            </a:pPr>
            <a:r>
              <a:rPr lang="en-US">
                <a:solidFill>
                  <a:schemeClr val="tx2"/>
                </a:solidFill>
                <a:latin typeface="MADE Evolve Sans EVO"/>
                <a:ea typeface="MADE Evolve Sans EVO"/>
                <a:cs typeface="MADE Evolve Sans EVO"/>
              </a:rPr>
              <a:t>Initial data source identified</a:t>
            </a:r>
            <a:endParaRPr>
              <a:solidFill>
                <a:srgbClr val="000000"/>
              </a:solidFill>
              <a:latin typeface="MADE Evolve Sans EVO"/>
              <a:cs typeface="MADE Evolve Sans EVO"/>
            </a:endParaRPr>
          </a:p>
          <a:p>
            <a:pPr algn="l">
              <a:defRPr/>
            </a:pPr>
            <a:endParaRPr>
              <a:solidFill>
                <a:schemeClr val="tx2"/>
              </a:solidFill>
              <a:latin typeface="MADE Evolve Sans EVO"/>
              <a:cs typeface="MADE Evolve Sans EVO"/>
            </a:endParaRPr>
          </a:p>
        </p:txBody>
      </p:sp>
      <p:sp>
        <p:nvSpPr>
          <p:cNvPr id="10715063" name="Subtitle 4"/>
          <p:cNvSpPr>
            <a:spLocks noGrp="1"/>
          </p:cNvSpPr>
          <p:nvPr>
            <p:ph type="subTitle" idx="1"/>
          </p:nvPr>
        </p:nvSpPr>
        <p:spPr bwMode="auto">
          <a:xfrm>
            <a:off x="1198418" y="3174279"/>
            <a:ext cx="10482696" cy="4278599"/>
          </a:xfrm>
        </p:spPr>
        <p:txBody>
          <a:bodyPr vert="horz" lIns="91440" tIns="45720" rIns="91440" bIns="45720" rtlCol="0" anchor="t">
            <a:normAutofit/>
          </a:bodyPr>
          <a:lstStyle/>
          <a:p>
            <a:pPr algn="just">
              <a:defRPr/>
            </a:pPr>
            <a:r>
              <a:rPr lang="en-US" sz="2200" b="1">
                <a:solidFill>
                  <a:srgbClr val="202124"/>
                </a:solidFill>
                <a:latin typeface="MADE Evolve Sans EVO"/>
                <a:ea typeface="MADE Evolve Sans EVO"/>
                <a:cs typeface="MADE Evolve Sans EVO"/>
              </a:rPr>
              <a:t>DATASET NAME :</a:t>
            </a:r>
            <a:r>
              <a:rPr lang="en-US" sz="2200">
                <a:solidFill>
                  <a:srgbClr val="202124"/>
                </a:solidFill>
                <a:latin typeface="MADE Evolve Sans EVO"/>
                <a:ea typeface="MADE Evolve Sans EVO"/>
                <a:cs typeface="MADE Evolve Sans EVO"/>
              </a:rPr>
              <a:t> jigsaw-multilingual-toxic-comment-classification</a:t>
            </a:r>
            <a:endParaRPr>
              <a:latin typeface="MADE Evolve Sans EVO"/>
              <a:cs typeface="MADE Evolve Sans EVO"/>
            </a:endParaRPr>
          </a:p>
          <a:p>
            <a:pPr algn="just">
              <a:defRPr/>
            </a:pPr>
            <a:r>
              <a:rPr lang="en-US" sz="2200" b="1">
                <a:solidFill>
                  <a:srgbClr val="202124"/>
                </a:solidFill>
                <a:latin typeface="MADE Evolve Sans EVO"/>
                <a:ea typeface="MADE Evolve Sans EVO"/>
                <a:cs typeface="MADE Evolve Sans EVO"/>
              </a:rPr>
              <a:t>SOURCE : </a:t>
            </a:r>
            <a:r>
              <a:rPr lang="en-US" sz="2200">
                <a:solidFill>
                  <a:srgbClr val="202124"/>
                </a:solidFill>
                <a:latin typeface="MADE Evolve Sans EVO"/>
                <a:ea typeface="MADE Evolve Sans EVO"/>
                <a:cs typeface="MADE Evolve Sans EVO"/>
              </a:rPr>
              <a:t>Kaggle </a:t>
            </a:r>
            <a:endParaRPr>
              <a:latin typeface="MADE Evolve Sans EVO"/>
              <a:cs typeface="MADE Evolve Sans EVO"/>
            </a:endParaRPr>
          </a:p>
          <a:p>
            <a:pPr algn="just">
              <a:defRPr/>
            </a:pPr>
            <a:r>
              <a:rPr lang="en-US" sz="2200" b="1">
                <a:solidFill>
                  <a:srgbClr val="202124"/>
                </a:solidFill>
                <a:latin typeface="MADE Evolve Sans EVO"/>
                <a:ea typeface="MADE Evolve Sans EVO"/>
                <a:cs typeface="MADE Evolve Sans EVO"/>
              </a:rPr>
              <a:t>SOURCE LINK : </a:t>
            </a:r>
            <a:r>
              <a:rPr lang="en-US" u="sng">
                <a:solidFill>
                  <a:schemeClr val="tx2">
                    <a:lumMod val="49000"/>
                    <a:lumOff val="51000"/>
                  </a:schemeClr>
                </a:solidFill>
                <a:latin typeface="MADE Evolve Sans EVO"/>
                <a:ea typeface="MADE Evolve Sans EVO"/>
                <a:cs typeface="MADE Evolve Sans EVO"/>
                <a:hlinkClick r:id="rId3" tooltip=""/>
              </a:rPr>
              <a:t>jigsaw-dataset-kaggle-link</a:t>
            </a:r>
            <a:endParaRPr sz="2200">
              <a:solidFill>
                <a:schemeClr val="tx2">
                  <a:lumMod val="49000"/>
                  <a:lumOff val="51000"/>
                </a:schemeClr>
              </a:solidFill>
              <a:latin typeface="MADE Evolve Sans EVO"/>
              <a:cs typeface="MADE Evolve Sans EVO"/>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chemeClr val="bg1"/>
        </a:solidFill>
      </p:bgPr>
    </p:bg>
    <p:spTree>
      <p:nvGrpSpPr>
        <p:cNvPr id="1" name=""/>
        <p:cNvGrpSpPr/>
        <p:nvPr/>
      </p:nvGrpSpPr>
      <p:grpSpPr bwMode="auto">
        <a:xfrm>
          <a:off x="0" y="0"/>
          <a:ext cx="0" cy="0"/>
          <a:chOff x="0" y="0"/>
          <a:chExt cx="0" cy="0"/>
        </a:xfrm>
      </p:grpSpPr>
      <p:sp useBgFill="1">
        <p:nvSpPr>
          <p:cNvPr id="978310431" name="Rectangle 7"/>
          <p:cNvSpPr>
            <a:spLocks noAdjustHandles="1" noChangeArrowheads="1" noChangeAspect="1" noChangeShapeType="1" noEditPoints="1" noGrp="1" noMove="1" noResize="1" noRot="1" noTextEdit="1"/>
          </p:cNvSpPr>
          <p:nvPr/>
        </p:nvSpPr>
        <p:spPr bwMode="auto">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solidFill>
                <a:schemeClr val="bg1"/>
              </a:solidFill>
              <a:latin typeface="MADE Evolve Sans EVO"/>
              <a:cs typeface="MADE Evolve Sans EVO"/>
            </a:endParaRPr>
          </a:p>
        </p:txBody>
      </p:sp>
      <p:sp>
        <p:nvSpPr>
          <p:cNvPr id="1314621033" name="Rectangle 9"/>
          <p:cNvSpPr>
            <a:spLocks noAdjustHandles="1" noChangeArrowheads="1" noChangeAspect="1" noChangeShapeType="1" noEditPoints="1" noGrp="1" noMove="1" noResize="1" noRot="1" noTextEdit="1"/>
          </p:cNvSpPr>
          <p:nvPr/>
        </p:nvSpPr>
        <p:spPr bwMode="auto">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solidFill>
                <a:schemeClr val="bg1"/>
              </a:solidFill>
              <a:latin typeface="MADE Evolve Sans EVO"/>
              <a:cs typeface="MADE Evolve Sans EVO"/>
            </a:endParaRPr>
          </a:p>
        </p:txBody>
      </p:sp>
      <p:sp>
        <p:nvSpPr>
          <p:cNvPr id="2085556740" name="Freeform: Shape 11"/>
          <p:cNvSpPr>
            <a:spLocks noAdjustHandles="1" noChangeArrowheads="1" noChangeAspect="1" noChangeShapeType="1" noEditPoints="1" noGrp="1" noMove="1" noResize="1" noRot="1" noTextEdit="1"/>
          </p:cNvSpPr>
          <p:nvPr/>
        </p:nvSpPr>
        <p:spPr bwMode="auto">
          <a:xfrm rot="10800000">
            <a:off x="2750" y="1"/>
            <a:ext cx="12188952" cy="2452880"/>
          </a:xfrm>
          <a:custGeom>
            <a:avLst/>
            <a:gdLst>
              <a:gd name="connsiteX0" fmla="*/ 8951169 w 12178450"/>
              <a:gd name="connsiteY0" fmla="*/ 32 h 2001622"/>
              <a:gd name="connsiteX1" fmla="*/ 11653845 w 12178450"/>
              <a:gd name="connsiteY1" fmla="*/ 209874 h 2001622"/>
              <a:gd name="connsiteX2" fmla="*/ 12178450 w 12178450"/>
              <a:gd name="connsiteY2" fmla="*/ 286723 h 2001622"/>
              <a:gd name="connsiteX3" fmla="*/ 12178450 w 12178450"/>
              <a:gd name="connsiteY3" fmla="*/ 2001622 h 2001622"/>
              <a:gd name="connsiteX4" fmla="*/ 0 w 12178450"/>
              <a:gd name="connsiteY4" fmla="*/ 2001622 h 2001622"/>
              <a:gd name="connsiteX5" fmla="*/ 0 w 12178450"/>
              <a:gd name="connsiteY5" fmla="*/ 1010979 h 2001622"/>
              <a:gd name="connsiteX6" fmla="*/ 8951169 w 12178450"/>
              <a:gd name="connsiteY6" fmla="*/ 32 h 2001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78450" h="2001622" fill="norm" stroke="1" extrusionOk="0">
                <a:moveTo>
                  <a:pt x="8951169" y="32"/>
                </a:moveTo>
                <a:cubicBezTo>
                  <a:pt x="9704520" y="1593"/>
                  <a:pt x="10578586" y="62133"/>
                  <a:pt x="11653845" y="209874"/>
                </a:cubicBezTo>
                <a:lnTo>
                  <a:pt x="12178450" y="286723"/>
                </a:lnTo>
                <a:lnTo>
                  <a:pt x="12178450" y="2001622"/>
                </a:lnTo>
                <a:lnTo>
                  <a:pt x="0" y="2001622"/>
                </a:lnTo>
                <a:lnTo>
                  <a:pt x="0" y="1010979"/>
                </a:lnTo>
                <a:cubicBezTo>
                  <a:pt x="4768989" y="1010979"/>
                  <a:pt x="5812206" y="-6472"/>
                  <a:pt x="8951169" y="32"/>
                </a:cubicBezTo>
                <a:close/>
              </a:path>
            </a:pathLst>
          </a:custGeom>
          <a:solidFill>
            <a:schemeClr val="accent5">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a:solidFill>
                <a:schemeClr val="bg1"/>
              </a:solidFill>
              <a:latin typeface="MADE Evolve Sans EVO"/>
              <a:cs typeface="MADE Evolve Sans EVO"/>
            </a:endParaRPr>
          </a:p>
        </p:txBody>
      </p:sp>
      <p:sp>
        <p:nvSpPr>
          <p:cNvPr id="1707811565" name="Right Triangle 13"/>
          <p:cNvSpPr>
            <a:spLocks noAdjustHandles="1" noChangeArrowheads="1" noChangeAspect="1" noChangeShapeType="1" noEditPoints="1" noGrp="1" noMove="1" noResize="1" noRot="1" noTextEdit="1"/>
          </p:cNvSpPr>
          <p:nvPr/>
        </p:nvSpPr>
        <p:spPr bwMode="auto">
          <a:xfrm rot="13500000">
            <a:off x="-265270" y="4918297"/>
            <a:ext cx="568289" cy="568289"/>
          </a:xfrm>
          <a:prstGeom prst="rtTriangle">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latin typeface="MADE Evolve Sans EVO"/>
              <a:cs typeface="MADE Evolve Sans EVO"/>
            </a:endParaRPr>
          </a:p>
        </p:txBody>
      </p:sp>
      <p:grpSp>
        <p:nvGrpSpPr>
          <p:cNvPr id="1215148164" name="Group 15"/>
          <p:cNvGrpSpPr>
            <a:grpSpLocks noChangeAspect="1" noGrp="1" noMove="1" noResize="1" noRot="1" noUngrp="1"/>
          </p:cNvGrpSpPr>
          <p:nvPr/>
        </p:nvGrpSpPr>
        <p:grpSpPr bwMode="auto">
          <a:xfrm>
            <a:off x="-6214" y="-1"/>
            <a:ext cx="12214827" cy="6858000"/>
            <a:chOff x="-6214" y="-1"/>
            <a:chExt cx="12214827" cy="6858000"/>
          </a:xfrm>
        </p:grpSpPr>
        <p:cxnSp>
          <p:nvCxnSpPr>
            <p:cNvPr id="17" name="Straight Connector 16"/>
            <p:cNvCxnSpPr/>
            <p:nvPr/>
          </p:nvCxnSpPr>
          <p:spPr bwMode="auto">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auto">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auto">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auto">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auto">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auto">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auto">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auto">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auto">
            <a:xfrm>
              <a:off x="5189717"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auto">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auto">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auto">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auto">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auto">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auto">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auto">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auto">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auto">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auto">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auto">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auto">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auto">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auto">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auto">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auto">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auto">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auto">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auto">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auto">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187906278" name="Title 1"/>
          <p:cNvSpPr>
            <a:spLocks noGrp="1"/>
          </p:cNvSpPr>
          <p:nvPr>
            <p:ph type="ctrTitle"/>
          </p:nvPr>
        </p:nvSpPr>
        <p:spPr bwMode="auto">
          <a:xfrm>
            <a:off x="418506" y="717264"/>
            <a:ext cx="12060488" cy="1674377"/>
          </a:xfrm>
        </p:spPr>
        <p:txBody>
          <a:bodyPr vert="horz" lIns="91440" tIns="45720" rIns="91440" bIns="45720" rtlCol="0" anchor="ctr">
            <a:noAutofit/>
          </a:bodyPr>
          <a:lstStyle/>
          <a:p>
            <a:pPr algn="l">
              <a:defRPr/>
            </a:pPr>
            <a:r>
              <a:rPr lang="en-US">
                <a:solidFill>
                  <a:srgbClr val="12154E"/>
                </a:solidFill>
                <a:latin typeface="MADE Evolve Sans EVO"/>
                <a:ea typeface="MADE Evolve Sans EVO"/>
                <a:cs typeface="MADE Evolve Sans EVO"/>
              </a:rPr>
              <a:t>Dataset finalized and preprocessed</a:t>
            </a:r>
            <a:br>
              <a:rPr lang="en-US">
                <a:solidFill>
                  <a:srgbClr val="12154E"/>
                </a:solidFill>
                <a:latin typeface="MADE Evolve Sans EVO"/>
                <a:ea typeface="MADE Evolve Sans EVO"/>
                <a:cs typeface="MADE Evolve Sans EVO"/>
              </a:rPr>
            </a:br>
            <a:endParaRPr>
              <a:solidFill>
                <a:srgbClr val="12154E"/>
              </a:solidFill>
              <a:latin typeface="MADE Evolve Sans EVO"/>
              <a:cs typeface="MADE Evolve Sans EVO"/>
            </a:endParaRPr>
          </a:p>
        </p:txBody>
      </p:sp>
      <p:sp>
        <p:nvSpPr>
          <p:cNvPr id="882864025" name="Subtitle 2"/>
          <p:cNvSpPr>
            <a:spLocks noGrp="1"/>
          </p:cNvSpPr>
          <p:nvPr>
            <p:ph type="subTitle" idx="1"/>
          </p:nvPr>
        </p:nvSpPr>
        <p:spPr bwMode="auto">
          <a:xfrm>
            <a:off x="417185" y="2149477"/>
            <a:ext cx="10032721" cy="739193"/>
          </a:xfrm>
        </p:spPr>
        <p:txBody>
          <a:bodyPr anchor="ctr">
            <a:normAutofit/>
          </a:bodyPr>
          <a:lstStyle/>
          <a:p>
            <a:pPr algn="l">
              <a:defRPr/>
            </a:pPr>
            <a:r>
              <a:rPr lang="en-US">
                <a:solidFill>
                  <a:schemeClr val="bg2">
                    <a:lumMod val="25000"/>
                  </a:schemeClr>
                </a:solidFill>
                <a:latin typeface="MADE Evolve Sans EVO"/>
                <a:ea typeface="MADE Evolve Sans EVO"/>
                <a:cs typeface="MADE Evolve Sans EVO"/>
              </a:rPr>
              <a:t>jigsaw-multilingual-toxic-comment-classification</a:t>
            </a:r>
            <a:endParaRPr>
              <a:latin typeface="MADE Evolve Sans EVO"/>
              <a:cs typeface="MADE Evolve Sans EVO"/>
            </a:endParaRPr>
          </a:p>
        </p:txBody>
      </p:sp>
      <p:graphicFrame>
        <p:nvGraphicFramePr>
          <p:cNvPr id="203964037" name="Table 53"/>
          <p:cNvGraphicFramePr>
            <a:graphicFrameLocks xmlns:a="http://schemas.openxmlformats.org/drawingml/2006/main" noGrp="1"/>
          </p:cNvGraphicFramePr>
          <p:nvPr/>
        </p:nvGraphicFramePr>
        <p:xfrm rot="0">
          <a:off x="409575" y="2724150"/>
          <a:ext cx="6165024" cy="4028225"/>
        </p:xfrm>
        <a:graphic>
          <a:graphicData uri="http://schemas.openxmlformats.org/drawingml/2006/table">
            <a:tbl>
              <a:tblPr firstRow="0" firstCol="0" lastRow="0" lastCol="0" bandRow="1" bandCol="0">
                <a:tableStyleId>{5DA37D80-6434-44D0-A028-1B22A696006F}</a:tableStyleId>
              </a:tblPr>
              <a:tblGrid>
                <a:gridCol w="1162050"/>
                <a:gridCol w="1541386"/>
                <a:gridCol w="710565"/>
                <a:gridCol w="2751023"/>
              </a:tblGrid>
              <a:tr h="281682">
                <a:tc>
                  <a:txBody>
                    <a:bodyPr/>
                    <a:p>
                      <a:pPr>
                        <a:buNone/>
                        <a:defRPr/>
                      </a:pPr>
                      <a:r>
                        <a:rPr lang="en-US" sz="1100">
                          <a:latin typeface="MADE Evolve Sans EVO"/>
                          <a:ea typeface="MADE Evolve Sans EVO"/>
                          <a:cs typeface="MADE Evolve Sans EVO"/>
                        </a:rPr>
                        <a:t>Column Name</a:t>
                      </a:r>
                      <a:endParaRPr>
                        <a:latin typeface="MADE Evolve Sans EVO"/>
                        <a:cs typeface="MADE Evolve Sans EVO"/>
                      </a:endParaRPr>
                    </a:p>
                  </a:txBody>
                  <a:tcPr anchor="ctr"/>
                </a:tc>
                <a:tc>
                  <a:txBody>
                    <a:bodyPr/>
                    <a:p>
                      <a:pPr>
                        <a:buNone/>
                        <a:defRPr/>
                      </a:pPr>
                      <a:r>
                        <a:rPr lang="en-US" sz="1100">
                          <a:latin typeface="MADE Evolve Sans EVO"/>
                          <a:ea typeface="MADE Evolve Sans EVO"/>
                          <a:cs typeface="MADE Evolve Sans EVO"/>
                        </a:rPr>
                        <a:t>Description</a:t>
                      </a:r>
                      <a:endParaRPr>
                        <a:latin typeface="MADE Evolve Sans EVO"/>
                        <a:cs typeface="MADE Evolve Sans EVO"/>
                      </a:endParaRPr>
                    </a:p>
                  </a:txBody>
                  <a:tcPr anchor="ctr"/>
                </a:tc>
                <a:tc>
                  <a:txBody>
                    <a:bodyPr/>
                    <a:p>
                      <a:pPr>
                        <a:buNone/>
                        <a:defRPr/>
                      </a:pPr>
                      <a:r>
                        <a:rPr lang="en-US" sz="1100">
                          <a:latin typeface="MADE Evolve Sans EVO"/>
                          <a:ea typeface="MADE Evolve Sans EVO"/>
                          <a:cs typeface="MADE Evolve Sans EVO"/>
                        </a:rPr>
                        <a:t>Unique Values</a:t>
                      </a:r>
                      <a:endParaRPr>
                        <a:latin typeface="MADE Evolve Sans EVO"/>
                        <a:cs typeface="MADE Evolve Sans EVO"/>
                      </a:endParaRPr>
                    </a:p>
                  </a:txBody>
                  <a:tcPr anchor="ctr"/>
                </a:tc>
                <a:tc>
                  <a:txBody>
                    <a:bodyPr/>
                    <a:p>
                      <a:pPr>
                        <a:buNone/>
                        <a:defRPr/>
                      </a:pPr>
                      <a:r>
                        <a:rPr lang="en-US" sz="1100">
                          <a:latin typeface="MADE Evolve Sans EVO"/>
                          <a:ea typeface="MADE Evolve Sans EVO"/>
                          <a:cs typeface="MADE Evolve Sans EVO"/>
                        </a:rPr>
                        <a:t>Example</a:t>
                      </a:r>
                      <a:endParaRPr>
                        <a:latin typeface="MADE Evolve Sans EVO"/>
                        <a:cs typeface="MADE Evolve Sans EVO"/>
                      </a:endParaRPr>
                    </a:p>
                  </a:txBody>
                  <a:tcPr anchor="ctr"/>
                </a:tc>
              </a:tr>
              <a:tr h="492944">
                <a:tc>
                  <a:txBody>
                    <a:bodyPr/>
                    <a:p>
                      <a:pPr>
                        <a:buNone/>
                        <a:defRPr/>
                      </a:pPr>
                      <a:r>
                        <a:rPr lang="en-US" sz="1100">
                          <a:latin typeface="MADE Evolve Sans EVO"/>
                          <a:ea typeface="MADE Evolve Sans EVO"/>
                          <a:cs typeface="MADE Evolve Sans EVO"/>
                        </a:rPr>
                        <a:t>id</a:t>
                      </a:r>
                      <a:endParaRPr>
                        <a:latin typeface="MADE Evolve Sans EVO"/>
                        <a:cs typeface="MADE Evolve Sans EVO"/>
                      </a:endParaRPr>
                    </a:p>
                  </a:txBody>
                  <a:tcPr anchor="ctr"/>
                </a:tc>
                <a:tc>
                  <a:txBody>
                    <a:bodyPr/>
                    <a:p>
                      <a:pPr>
                        <a:buNone/>
                        <a:defRPr/>
                      </a:pPr>
                      <a:r>
                        <a:rPr lang="en-US" sz="1100">
                          <a:latin typeface="MADE Evolve Sans EVO"/>
                          <a:ea typeface="MADE Evolve Sans EVO"/>
                          <a:cs typeface="MADE Evolve Sans EVO"/>
                        </a:rPr>
                        <a:t>Unique identifier for each comment</a:t>
                      </a:r>
                      <a:endParaRPr>
                        <a:latin typeface="MADE Evolve Sans EVO"/>
                        <a:cs typeface="MADE Evolve Sans EVO"/>
                      </a:endParaRPr>
                    </a:p>
                  </a:txBody>
                  <a:tcPr anchor="ctr"/>
                </a:tc>
                <a:tc>
                  <a:txBody>
                    <a:bodyPr/>
                    <a:p>
                      <a:pPr>
                        <a:buNone/>
                        <a:defRPr/>
                      </a:pPr>
                      <a:r>
                        <a:rPr lang="en-US" sz="1100">
                          <a:latin typeface="MADE Evolve Sans EVO"/>
                          <a:ea typeface="MADE Evolve Sans EVO"/>
                          <a:cs typeface="MADE Evolve Sans EVO"/>
                        </a:rPr>
                        <a:t>223,549</a:t>
                      </a:r>
                      <a:endParaRPr>
                        <a:latin typeface="MADE Evolve Sans EVO"/>
                        <a:cs typeface="MADE Evolve Sans EVO"/>
                      </a:endParaRPr>
                    </a:p>
                  </a:txBody>
                  <a:tcPr anchor="ctr"/>
                </a:tc>
                <a:tc>
                  <a:txBody>
                    <a:bodyPr/>
                    <a:p>
                      <a:pPr>
                        <a:buNone/>
                        <a:defRPr/>
                      </a:pPr>
                      <a:r>
                        <a:rPr lang="en-US" sz="1100">
                          <a:latin typeface="MADE Evolve Sans EVO"/>
                          <a:ea typeface="MADE Evolve Sans EVO"/>
                          <a:cs typeface="MADE Evolve Sans EVO"/>
                        </a:rPr>
                        <a:t>0000997932d777bf</a:t>
                      </a:r>
                      <a:endParaRPr>
                        <a:latin typeface="MADE Evolve Sans EVO"/>
                        <a:cs typeface="MADE Evolve Sans EVO"/>
                      </a:endParaRPr>
                    </a:p>
                  </a:txBody>
                  <a:tcPr anchor="ctr"/>
                </a:tc>
              </a:tr>
              <a:tr h="1136785">
                <a:tc>
                  <a:txBody>
                    <a:bodyPr/>
                    <a:p>
                      <a:pPr>
                        <a:buNone/>
                        <a:defRPr/>
                      </a:pPr>
                      <a:r>
                        <a:rPr lang="en-US" sz="1100">
                          <a:latin typeface="MADE Evolve Sans EVO"/>
                          <a:ea typeface="MADE Evolve Sans EVO"/>
                          <a:cs typeface="MADE Evolve Sans EVO"/>
                        </a:rPr>
                        <a:t>comment_text</a:t>
                      </a:r>
                      <a:endParaRPr sz="1100">
                        <a:latin typeface="MADE Evolve Sans EVO"/>
                        <a:cs typeface="MADE Evolve Sans EVO"/>
                      </a:endParaRPr>
                    </a:p>
                  </a:txBody>
                  <a:tcPr anchor="ctr"/>
                </a:tc>
                <a:tc>
                  <a:txBody>
                    <a:bodyPr/>
                    <a:p>
                      <a:pPr>
                        <a:buNone/>
                        <a:defRPr/>
                      </a:pPr>
                      <a:r>
                        <a:rPr lang="en-US" sz="1100">
                          <a:latin typeface="MADE Evolve Sans EVO"/>
                          <a:ea typeface="MADE Evolve Sans EVO"/>
                          <a:cs typeface="MADE Evolve Sans EVO"/>
                        </a:rPr>
                        <a:t>Raw text of the comment</a:t>
                      </a:r>
                      <a:endParaRPr>
                        <a:latin typeface="MADE Evolve Sans EVO"/>
                        <a:cs typeface="MADE Evolve Sans EVO"/>
                      </a:endParaRPr>
                    </a:p>
                  </a:txBody>
                  <a:tcPr anchor="ctr"/>
                </a:tc>
                <a:tc>
                  <a:txBody>
                    <a:bodyPr/>
                    <a:p>
                      <a:pPr>
                        <a:buNone/>
                        <a:defRPr/>
                      </a:pPr>
                      <a:r>
                        <a:rPr lang="en-US" sz="1100">
                          <a:latin typeface="MADE Evolve Sans EVO"/>
                          <a:ea typeface="MADE Evolve Sans EVO"/>
                          <a:cs typeface="MADE Evolve Sans EVO"/>
                        </a:rPr>
                        <a:t>223,549</a:t>
                      </a:r>
                      <a:endParaRPr>
                        <a:latin typeface="MADE Evolve Sans EVO"/>
                        <a:cs typeface="MADE Evolve Sans EVO"/>
                      </a:endParaRPr>
                    </a:p>
                  </a:txBody>
                  <a:tcPr anchor="ctr"/>
                </a:tc>
                <a:tc>
                  <a:txBody>
                    <a:bodyPr/>
                    <a:p>
                      <a:pPr>
                        <a:buNone/>
                        <a:defRPr/>
                      </a:pPr>
                      <a:r>
                        <a:rPr lang="en-US" sz="1100">
                          <a:latin typeface="MADE Evolve Sans EVO"/>
                          <a:ea typeface="MADE Evolve Sans EVO"/>
                          <a:cs typeface="MADE Evolve Sans EVO"/>
                        </a:rPr>
                        <a:t>"Explanation Why the edits made under my username Hardcore Metallica Fan were reverted?"</a:t>
                      </a:r>
                      <a:endParaRPr>
                        <a:latin typeface="MADE Evolve Sans EVO"/>
                        <a:cs typeface="MADE Evolve Sans EVO"/>
                      </a:endParaRPr>
                    </a:p>
                  </a:txBody>
                  <a:tcPr anchor="ctr"/>
                </a:tc>
              </a:tr>
              <a:tr h="492944">
                <a:tc>
                  <a:txBody>
                    <a:bodyPr/>
                    <a:p>
                      <a:pPr>
                        <a:buNone/>
                        <a:defRPr/>
                      </a:pPr>
                      <a:r>
                        <a:rPr lang="en-US" sz="1100">
                          <a:latin typeface="MADE Evolve Sans EVO"/>
                          <a:ea typeface="MADE Evolve Sans EVO"/>
                          <a:cs typeface="MADE Evolve Sans EVO"/>
                        </a:rPr>
                        <a:t>toxic</a:t>
                      </a:r>
                      <a:endParaRPr>
                        <a:latin typeface="MADE Evolve Sans EVO"/>
                        <a:cs typeface="MADE Evolve Sans EVO"/>
                      </a:endParaRPr>
                    </a:p>
                  </a:txBody>
                  <a:tcPr anchor="ctr"/>
                </a:tc>
                <a:tc>
                  <a:txBody>
                    <a:bodyPr/>
                    <a:p>
                      <a:pPr>
                        <a:buNone/>
                        <a:defRPr/>
                      </a:pPr>
                      <a:r>
                        <a:rPr lang="en-US" sz="1100">
                          <a:latin typeface="MADE Evolve Sans EVO"/>
                          <a:ea typeface="MADE Evolve Sans EVO"/>
                          <a:cs typeface="MADE Evolve Sans EVO"/>
                        </a:rPr>
                        <a:t>Binary label: 1 if toxic, else 0</a:t>
                      </a:r>
                      <a:endParaRPr>
                        <a:latin typeface="MADE Evolve Sans EVO"/>
                        <a:cs typeface="MADE Evolve Sans EVO"/>
                      </a:endParaRPr>
                    </a:p>
                  </a:txBody>
                  <a:tcPr anchor="ctr"/>
                </a:tc>
                <a:tc>
                  <a:txBody>
                    <a:bodyPr/>
                    <a:p>
                      <a:pPr>
                        <a:buNone/>
                        <a:defRPr/>
                      </a:pPr>
                      <a:r>
                        <a:rPr lang="en-US" sz="1100">
                          <a:latin typeface="MADE Evolve Sans EVO"/>
                          <a:ea typeface="MADE Evolve Sans EVO"/>
                          <a:cs typeface="MADE Evolve Sans EVO"/>
                        </a:rPr>
                        <a:t>{0, 1}</a:t>
                      </a:r>
                      <a:endParaRPr>
                        <a:latin typeface="MADE Evolve Sans EVO"/>
                        <a:cs typeface="MADE Evolve Sans EVO"/>
                      </a:endParaRPr>
                    </a:p>
                  </a:txBody>
                  <a:tcPr anchor="ctr"/>
                </a:tc>
                <a:tc>
                  <a:txBody>
                    <a:bodyPr/>
                    <a:p>
                      <a:pPr>
                        <a:buNone/>
                        <a:defRPr/>
                      </a:pPr>
                      <a:r>
                        <a:rPr lang="en-US" sz="1100">
                          <a:latin typeface="MADE Evolve Sans EVO"/>
                          <a:ea typeface="MADE Evolve Sans EVO"/>
                          <a:cs typeface="MADE Evolve Sans EVO"/>
                        </a:rPr>
                        <a:t>0</a:t>
                      </a:r>
                      <a:endParaRPr>
                        <a:latin typeface="MADE Evolve Sans EVO"/>
                        <a:cs typeface="MADE Evolve Sans EVO"/>
                      </a:endParaRPr>
                    </a:p>
                  </a:txBody>
                  <a:tcPr anchor="ctr"/>
                </a:tc>
              </a:tr>
              <a:tr h="492944">
                <a:tc>
                  <a:txBody>
                    <a:bodyPr/>
                    <a:p>
                      <a:pPr>
                        <a:buNone/>
                        <a:defRPr/>
                      </a:pPr>
                      <a:r>
                        <a:rPr lang="en-US" sz="1100">
                          <a:latin typeface="MADE Evolve Sans EVO"/>
                          <a:ea typeface="MADE Evolve Sans EVO"/>
                          <a:cs typeface="MADE Evolve Sans EVO"/>
                        </a:rPr>
                        <a:t>severe_toxic</a:t>
                      </a:r>
                      <a:endParaRPr sz="1100">
                        <a:latin typeface="MADE Evolve Sans EVO"/>
                        <a:cs typeface="MADE Evolve Sans EVO"/>
                      </a:endParaRPr>
                    </a:p>
                  </a:txBody>
                  <a:tcPr anchor="ctr"/>
                </a:tc>
                <a:tc>
                  <a:txBody>
                    <a:bodyPr/>
                    <a:p>
                      <a:pPr>
                        <a:buNone/>
                        <a:defRPr/>
                      </a:pPr>
                      <a:r>
                        <a:rPr lang="en-US" sz="1100">
                          <a:latin typeface="MADE Evolve Sans EVO"/>
                          <a:ea typeface="MADE Evolve Sans EVO"/>
                          <a:cs typeface="MADE Evolve Sans EVO"/>
                        </a:rPr>
                        <a:t>Binary label: 1 if severely toxic, else 0</a:t>
                      </a:r>
                      <a:endParaRPr>
                        <a:latin typeface="MADE Evolve Sans EVO"/>
                        <a:cs typeface="MADE Evolve Sans EVO"/>
                      </a:endParaRPr>
                    </a:p>
                  </a:txBody>
                  <a:tcPr anchor="ctr"/>
                </a:tc>
                <a:tc>
                  <a:txBody>
                    <a:bodyPr/>
                    <a:p>
                      <a:pPr>
                        <a:buNone/>
                        <a:defRPr/>
                      </a:pPr>
                      <a:r>
                        <a:rPr lang="en-US" sz="1100">
                          <a:latin typeface="MADE Evolve Sans EVO"/>
                          <a:ea typeface="MADE Evolve Sans EVO"/>
                          <a:cs typeface="MADE Evolve Sans EVO"/>
                        </a:rPr>
                        <a:t>{0, 1}</a:t>
                      </a:r>
                      <a:endParaRPr>
                        <a:latin typeface="MADE Evolve Sans EVO"/>
                        <a:cs typeface="MADE Evolve Sans EVO"/>
                      </a:endParaRPr>
                    </a:p>
                  </a:txBody>
                  <a:tcPr anchor="ctr"/>
                </a:tc>
                <a:tc>
                  <a:txBody>
                    <a:bodyPr/>
                    <a:p>
                      <a:pPr>
                        <a:buNone/>
                        <a:defRPr/>
                      </a:pPr>
                      <a:r>
                        <a:rPr lang="en-US" sz="1100">
                          <a:latin typeface="MADE Evolve Sans EVO"/>
                          <a:ea typeface="MADE Evolve Sans EVO"/>
                          <a:cs typeface="MADE Evolve Sans EVO"/>
                        </a:rPr>
                        <a:t>0</a:t>
                      </a:r>
                      <a:endParaRPr>
                        <a:latin typeface="MADE Evolve Sans EVO"/>
                        <a:cs typeface="MADE Evolve Sans EVO"/>
                      </a:endParaRPr>
                    </a:p>
                  </a:txBody>
                  <a:tcPr anchor="ctr"/>
                </a:tc>
              </a:tr>
              <a:tr h="492944">
                <a:tc>
                  <a:txBody>
                    <a:bodyPr/>
                    <a:p>
                      <a:pPr>
                        <a:buNone/>
                        <a:defRPr/>
                      </a:pPr>
                      <a:r>
                        <a:rPr lang="en-US" sz="1100">
                          <a:latin typeface="MADE Evolve Sans EVO"/>
                          <a:ea typeface="MADE Evolve Sans EVO"/>
                          <a:cs typeface="MADE Evolve Sans EVO"/>
                        </a:rPr>
                        <a:t>obscene</a:t>
                      </a:r>
                      <a:endParaRPr>
                        <a:latin typeface="MADE Evolve Sans EVO"/>
                        <a:cs typeface="MADE Evolve Sans EVO"/>
                      </a:endParaRPr>
                    </a:p>
                  </a:txBody>
                  <a:tcPr anchor="ctr"/>
                </a:tc>
                <a:tc>
                  <a:txBody>
                    <a:bodyPr/>
                    <a:p>
                      <a:pPr>
                        <a:buNone/>
                        <a:defRPr/>
                      </a:pPr>
                      <a:r>
                        <a:rPr lang="en-US" sz="1100">
                          <a:latin typeface="MADE Evolve Sans EVO"/>
                          <a:ea typeface="MADE Evolve Sans EVO"/>
                          <a:cs typeface="MADE Evolve Sans EVO"/>
                        </a:rPr>
                        <a:t>Binary label: 1 if obscene, else 0</a:t>
                      </a:r>
                      <a:endParaRPr>
                        <a:latin typeface="MADE Evolve Sans EVO"/>
                        <a:cs typeface="MADE Evolve Sans EVO"/>
                      </a:endParaRPr>
                    </a:p>
                  </a:txBody>
                  <a:tcPr anchor="ctr"/>
                </a:tc>
                <a:tc>
                  <a:txBody>
                    <a:bodyPr/>
                    <a:p>
                      <a:pPr>
                        <a:buNone/>
                        <a:defRPr/>
                      </a:pPr>
                      <a:r>
                        <a:rPr lang="en-US" sz="1100">
                          <a:latin typeface="MADE Evolve Sans EVO"/>
                          <a:ea typeface="MADE Evolve Sans EVO"/>
                          <a:cs typeface="MADE Evolve Sans EVO"/>
                        </a:rPr>
                        <a:t>{0, 1}</a:t>
                      </a:r>
                      <a:endParaRPr>
                        <a:latin typeface="MADE Evolve Sans EVO"/>
                        <a:cs typeface="MADE Evolve Sans EVO"/>
                      </a:endParaRPr>
                    </a:p>
                  </a:txBody>
                  <a:tcPr anchor="ctr"/>
                </a:tc>
                <a:tc>
                  <a:txBody>
                    <a:bodyPr/>
                    <a:p>
                      <a:pPr>
                        <a:buNone/>
                        <a:defRPr/>
                      </a:pPr>
                      <a:r>
                        <a:rPr lang="en-US" sz="1100">
                          <a:latin typeface="MADE Evolve Sans EVO"/>
                          <a:ea typeface="MADE Evolve Sans EVO"/>
                          <a:cs typeface="MADE Evolve Sans EVO"/>
                        </a:rPr>
                        <a:t>0</a:t>
                      </a:r>
                      <a:endParaRPr>
                        <a:latin typeface="MADE Evolve Sans EVO"/>
                        <a:cs typeface="MADE Evolve Sans EVO"/>
                      </a:endParaRPr>
                    </a:p>
                  </a:txBody>
                  <a:tcPr anchor="ctr"/>
                </a:tc>
              </a:tr>
              <a:tr h="492944">
                <a:tc>
                  <a:txBody>
                    <a:bodyPr/>
                    <a:p>
                      <a:pPr>
                        <a:buNone/>
                        <a:defRPr/>
                      </a:pPr>
                      <a:r>
                        <a:rPr lang="en-US" sz="1100">
                          <a:latin typeface="MADE Evolve Sans EVO"/>
                          <a:ea typeface="MADE Evolve Sans EVO"/>
                          <a:cs typeface="MADE Evolve Sans EVO"/>
                        </a:rPr>
                        <a:t>threat</a:t>
                      </a:r>
                      <a:endParaRPr>
                        <a:latin typeface="MADE Evolve Sans EVO"/>
                        <a:cs typeface="MADE Evolve Sans EVO"/>
                      </a:endParaRPr>
                    </a:p>
                  </a:txBody>
                  <a:tcPr anchor="ctr"/>
                </a:tc>
                <a:tc>
                  <a:txBody>
                    <a:bodyPr/>
                    <a:p>
                      <a:pPr>
                        <a:buNone/>
                        <a:defRPr/>
                      </a:pPr>
                      <a:r>
                        <a:rPr lang="en-US" sz="1100">
                          <a:latin typeface="MADE Evolve Sans EVO"/>
                          <a:ea typeface="MADE Evolve Sans EVO"/>
                          <a:cs typeface="MADE Evolve Sans EVO"/>
                        </a:rPr>
                        <a:t>Binary label: 1 if threat, else 0</a:t>
                      </a:r>
                      <a:endParaRPr>
                        <a:latin typeface="MADE Evolve Sans EVO"/>
                        <a:cs typeface="MADE Evolve Sans EVO"/>
                      </a:endParaRPr>
                    </a:p>
                  </a:txBody>
                  <a:tcPr anchor="ctr"/>
                </a:tc>
                <a:tc>
                  <a:txBody>
                    <a:bodyPr/>
                    <a:p>
                      <a:pPr>
                        <a:buNone/>
                        <a:defRPr/>
                      </a:pPr>
                      <a:r>
                        <a:rPr lang="en-US" sz="1100">
                          <a:latin typeface="MADE Evolve Sans EVO"/>
                          <a:ea typeface="MADE Evolve Sans EVO"/>
                          <a:cs typeface="MADE Evolve Sans EVO"/>
                        </a:rPr>
                        <a:t>{0, 1}</a:t>
                      </a:r>
                      <a:endParaRPr>
                        <a:latin typeface="MADE Evolve Sans EVO"/>
                        <a:cs typeface="MADE Evolve Sans EVO"/>
                      </a:endParaRPr>
                    </a:p>
                  </a:txBody>
                  <a:tcPr anchor="ctr"/>
                </a:tc>
                <a:tc>
                  <a:txBody>
                    <a:bodyPr/>
                    <a:p>
                      <a:pPr>
                        <a:buNone/>
                        <a:defRPr/>
                      </a:pPr>
                      <a:r>
                        <a:rPr lang="en-US" sz="1100">
                          <a:latin typeface="MADE Evolve Sans EVO"/>
                          <a:ea typeface="MADE Evolve Sans EVO"/>
                          <a:cs typeface="MADE Evolve Sans EVO"/>
                        </a:rPr>
                        <a:t>0</a:t>
                      </a:r>
                      <a:endParaRPr>
                        <a:latin typeface="MADE Evolve Sans EVO"/>
                        <a:cs typeface="MADE Evolve Sans EVO"/>
                      </a:endParaRPr>
                    </a:p>
                  </a:txBody>
                  <a:tcPr anchor="ctr"/>
                </a:tc>
              </a:tr>
            </a:tbl>
          </a:graphicData>
        </a:graphic>
      </p:graphicFrame>
      <p:graphicFrame>
        <p:nvGraphicFramePr>
          <p:cNvPr id="1760106421" name="Table 55"/>
          <p:cNvGraphicFramePr>
            <a:graphicFrameLocks xmlns:a="http://schemas.openxmlformats.org/drawingml/2006/main" noGrp="1"/>
          </p:cNvGraphicFramePr>
          <p:nvPr/>
        </p:nvGraphicFramePr>
        <p:xfrm rot="0">
          <a:off x="6728113" y="2727613"/>
          <a:ext cx="5248104" cy="2572985"/>
        </p:xfrm>
        <a:graphic>
          <a:graphicData uri="http://schemas.openxmlformats.org/drawingml/2006/table">
            <a:tbl>
              <a:tblPr firstRow="0" firstCol="0" lastRow="0" lastCol="0" bandRow="1" bandCol="0">
                <a:tableStyleId>{5DA37D80-6434-44D0-A028-1B22A696006F}</a:tableStyleId>
              </a:tblPr>
              <a:tblGrid>
                <a:gridCol w="930725"/>
                <a:gridCol w="1929740"/>
                <a:gridCol w="815560"/>
                <a:gridCol w="1572079"/>
              </a:tblGrid>
              <a:tr h="510513">
                <a:tc>
                  <a:txBody>
                    <a:bodyPr/>
                    <a:p>
                      <a:pPr rtl="0">
                        <a:lnSpc>
                          <a:spcPts val="1275"/>
                        </a:lnSpc>
                        <a:buNone/>
                        <a:defRPr/>
                      </a:pPr>
                      <a:r>
                        <a:rPr lang="en-US" sz="1100">
                          <a:latin typeface="MADE Evolve Sans EVO"/>
                          <a:ea typeface="MADE Evolve Sans EVO"/>
                          <a:cs typeface="MADE Evolve Sans EVO"/>
                        </a:rPr>
                        <a:t>insult</a:t>
                      </a:r>
                      <a:endParaRPr>
                        <a:latin typeface="MADE Evolve Sans EVO"/>
                        <a:cs typeface="MADE Evolve Sans EVO"/>
                      </a:endParaRPr>
                    </a:p>
                  </a:txBody>
                  <a:tcPr marL="88011" marR="88011" marT="44006" marB="44006" anchor="ctr"/>
                </a:tc>
                <a:tc>
                  <a:txBody>
                    <a:bodyPr/>
                    <a:p>
                      <a:pPr rtl="0">
                        <a:lnSpc>
                          <a:spcPts val="1275"/>
                        </a:lnSpc>
                        <a:buNone/>
                        <a:defRPr/>
                      </a:pPr>
                      <a:r>
                        <a:rPr lang="en-US" sz="1100">
                          <a:latin typeface="MADE Evolve Sans EVO"/>
                          <a:ea typeface="MADE Evolve Sans EVO"/>
                          <a:cs typeface="MADE Evolve Sans EVO"/>
                        </a:rPr>
                        <a:t>Binary label: 1 if insulting, else 0</a:t>
                      </a:r>
                      <a:endParaRPr>
                        <a:latin typeface="MADE Evolve Sans EVO"/>
                        <a:cs typeface="MADE Evolve Sans EVO"/>
                      </a:endParaRPr>
                    </a:p>
                  </a:txBody>
                  <a:tcPr marL="88011" marR="88011" marT="44006" marB="44006" anchor="ctr"/>
                </a:tc>
                <a:tc>
                  <a:txBody>
                    <a:bodyPr/>
                    <a:p>
                      <a:pPr rtl="0">
                        <a:lnSpc>
                          <a:spcPts val="1275"/>
                        </a:lnSpc>
                        <a:buNone/>
                        <a:defRPr/>
                      </a:pPr>
                      <a:r>
                        <a:rPr lang="en-US" sz="1100">
                          <a:latin typeface="MADE Evolve Sans EVO"/>
                          <a:ea typeface="MADE Evolve Sans EVO"/>
                          <a:cs typeface="MADE Evolve Sans EVO"/>
                        </a:rPr>
                        <a:t>{0, 1}</a:t>
                      </a:r>
                      <a:endParaRPr>
                        <a:latin typeface="MADE Evolve Sans EVO"/>
                        <a:cs typeface="MADE Evolve Sans EVO"/>
                      </a:endParaRPr>
                    </a:p>
                  </a:txBody>
                  <a:tcPr marL="88011" marR="88011" marT="44006" marB="44006" anchor="ctr"/>
                </a:tc>
                <a:tc>
                  <a:txBody>
                    <a:bodyPr/>
                    <a:p>
                      <a:pPr rtl="0">
                        <a:lnSpc>
                          <a:spcPts val="1275"/>
                        </a:lnSpc>
                        <a:buNone/>
                        <a:defRPr/>
                      </a:pPr>
                      <a:r>
                        <a:rPr lang="en-US" sz="1100">
                          <a:latin typeface="MADE Evolve Sans EVO"/>
                          <a:ea typeface="MADE Evolve Sans EVO"/>
                          <a:cs typeface="MADE Evolve Sans EVO"/>
                        </a:rPr>
                        <a:t>0</a:t>
                      </a:r>
                      <a:endParaRPr>
                        <a:latin typeface="MADE Evolve Sans EVO"/>
                        <a:cs typeface="MADE Evolve Sans EVO"/>
                      </a:endParaRPr>
                    </a:p>
                  </a:txBody>
                  <a:tcPr marL="88011" marR="88011" marT="44006" marB="44006" anchor="ctr"/>
                </a:tc>
              </a:tr>
              <a:tr h="857662">
                <a:tc>
                  <a:txBody>
                    <a:bodyPr/>
                    <a:p>
                      <a:pPr rtl="0">
                        <a:lnSpc>
                          <a:spcPts val="1275"/>
                        </a:lnSpc>
                        <a:buNone/>
                        <a:defRPr/>
                      </a:pPr>
                      <a:r>
                        <a:rPr lang="en-US" sz="1100">
                          <a:latin typeface="MADE Evolve Sans EVO"/>
                          <a:ea typeface="MADE Evolve Sans EVO"/>
                          <a:cs typeface="MADE Evolve Sans EVO"/>
                        </a:rPr>
                        <a:t>identity_hate</a:t>
                      </a:r>
                      <a:endParaRPr>
                        <a:latin typeface="MADE Evolve Sans EVO"/>
                        <a:cs typeface="MADE Evolve Sans EVO"/>
                      </a:endParaRPr>
                    </a:p>
                  </a:txBody>
                  <a:tcPr marL="88011" marR="88011" marT="44006" marB="44006" anchor="ctr"/>
                </a:tc>
                <a:tc>
                  <a:txBody>
                    <a:bodyPr/>
                    <a:p>
                      <a:pPr rtl="0">
                        <a:lnSpc>
                          <a:spcPts val="1275"/>
                        </a:lnSpc>
                        <a:buNone/>
                        <a:defRPr/>
                      </a:pPr>
                      <a:r>
                        <a:rPr lang="en-US" sz="1100">
                          <a:latin typeface="MADE Evolve Sans EVO"/>
                          <a:ea typeface="MADE Evolve Sans EVO"/>
                          <a:cs typeface="MADE Evolve Sans EVO"/>
                        </a:rPr>
                        <a:t>Binary label: 1 if hate based on identity (race, gender, etc.), else 0</a:t>
                      </a:r>
                      <a:endParaRPr>
                        <a:latin typeface="MADE Evolve Sans EVO"/>
                        <a:cs typeface="MADE Evolve Sans EVO"/>
                      </a:endParaRPr>
                    </a:p>
                  </a:txBody>
                  <a:tcPr marL="88011" marR="88011" marT="44006" marB="44006" anchor="ctr"/>
                </a:tc>
                <a:tc>
                  <a:txBody>
                    <a:bodyPr/>
                    <a:p>
                      <a:pPr rtl="0">
                        <a:lnSpc>
                          <a:spcPts val="1275"/>
                        </a:lnSpc>
                        <a:buNone/>
                        <a:defRPr/>
                      </a:pPr>
                      <a:r>
                        <a:rPr lang="en-US" sz="1100">
                          <a:latin typeface="MADE Evolve Sans EVO"/>
                          <a:ea typeface="MADE Evolve Sans EVO"/>
                          <a:cs typeface="MADE Evolve Sans EVO"/>
                        </a:rPr>
                        <a:t>{0, 1}</a:t>
                      </a:r>
                      <a:endParaRPr>
                        <a:latin typeface="MADE Evolve Sans EVO"/>
                        <a:cs typeface="MADE Evolve Sans EVO"/>
                      </a:endParaRPr>
                    </a:p>
                  </a:txBody>
                  <a:tcPr marL="88011" marR="88011" marT="44006" marB="44006" anchor="ctr"/>
                </a:tc>
                <a:tc>
                  <a:txBody>
                    <a:bodyPr/>
                    <a:p>
                      <a:pPr rtl="0">
                        <a:lnSpc>
                          <a:spcPts val="1275"/>
                        </a:lnSpc>
                        <a:buNone/>
                        <a:defRPr/>
                      </a:pPr>
                      <a:r>
                        <a:rPr lang="en-US" sz="1100">
                          <a:latin typeface="MADE Evolve Sans EVO"/>
                          <a:ea typeface="MADE Evolve Sans EVO"/>
                          <a:cs typeface="MADE Evolve Sans EVO"/>
                        </a:rPr>
                        <a:t>0</a:t>
                      </a:r>
                      <a:endParaRPr>
                        <a:latin typeface="MADE Evolve Sans EVO"/>
                        <a:cs typeface="MADE Evolve Sans EVO"/>
                      </a:endParaRPr>
                    </a:p>
                  </a:txBody>
                  <a:tcPr marL="88011" marR="88011" marT="44006" marB="44006" anchor="ctr"/>
                </a:tc>
              </a:tr>
              <a:tr h="602405">
                <a:tc>
                  <a:txBody>
                    <a:bodyPr/>
                    <a:p>
                      <a:pPr rtl="0">
                        <a:lnSpc>
                          <a:spcPts val="1275"/>
                        </a:lnSpc>
                        <a:buNone/>
                        <a:defRPr/>
                      </a:pPr>
                      <a:r>
                        <a:rPr lang="en-US" sz="1100">
                          <a:latin typeface="MADE Evolve Sans EVO"/>
                          <a:ea typeface="MADE Evolve Sans EVO"/>
                          <a:cs typeface="MADE Evolve Sans EVO"/>
                        </a:rPr>
                        <a:t>input_word_ids</a:t>
                      </a:r>
                      <a:endParaRPr>
                        <a:latin typeface="MADE Evolve Sans EVO"/>
                        <a:cs typeface="MADE Evolve Sans EVO"/>
                      </a:endParaRPr>
                    </a:p>
                  </a:txBody>
                  <a:tcPr marL="88011" marR="88011" marT="44006" marB="44006" anchor="ctr"/>
                </a:tc>
                <a:tc>
                  <a:txBody>
                    <a:bodyPr/>
                    <a:p>
                      <a:pPr rtl="0">
                        <a:lnSpc>
                          <a:spcPts val="1275"/>
                        </a:lnSpc>
                        <a:buNone/>
                        <a:defRPr/>
                      </a:pPr>
                      <a:r>
                        <a:rPr lang="en-US" sz="1100">
                          <a:latin typeface="MADE Evolve Sans EVO"/>
                          <a:ea typeface="MADE Evolve Sans EVO"/>
                          <a:cs typeface="MADE Evolve Sans EVO"/>
                        </a:rPr>
                        <a:t>Encoded token IDs (e.g., BERT tokenized sequence)</a:t>
                      </a:r>
                      <a:endParaRPr>
                        <a:latin typeface="MADE Evolve Sans EVO"/>
                        <a:cs typeface="MADE Evolve Sans EVO"/>
                      </a:endParaRPr>
                    </a:p>
                  </a:txBody>
                  <a:tcPr marL="88011" marR="88011" marT="44006" marB="44006" anchor="ctr"/>
                </a:tc>
                <a:tc>
                  <a:txBody>
                    <a:bodyPr/>
                    <a:p>
                      <a:pPr rtl="0">
                        <a:lnSpc>
                          <a:spcPts val="1275"/>
                        </a:lnSpc>
                        <a:buNone/>
                        <a:defRPr/>
                      </a:pPr>
                      <a:r>
                        <a:rPr lang="en-US" sz="1100">
                          <a:latin typeface="MADE Evolve Sans EVO"/>
                          <a:ea typeface="MADE Evolve Sans EVO"/>
                          <a:cs typeface="MADE Evolve Sans EVO"/>
                        </a:rPr>
                        <a:t>~222,273</a:t>
                      </a:r>
                      <a:endParaRPr>
                        <a:latin typeface="MADE Evolve Sans EVO"/>
                        <a:cs typeface="MADE Evolve Sans EVO"/>
                      </a:endParaRPr>
                    </a:p>
                  </a:txBody>
                  <a:tcPr marL="88011" marR="88011" marT="44006" marB="44006" anchor="ctr"/>
                </a:tc>
                <a:tc>
                  <a:txBody>
                    <a:bodyPr/>
                    <a:p>
                      <a:pPr rtl="0">
                        <a:lnSpc>
                          <a:spcPts val="1275"/>
                        </a:lnSpc>
                        <a:buNone/>
                        <a:defRPr/>
                      </a:pPr>
                      <a:r>
                        <a:rPr lang="en-US" sz="1100">
                          <a:latin typeface="MADE Evolve Sans EVO"/>
                          <a:ea typeface="MADE Evolve Sans EVO"/>
                          <a:cs typeface="MADE Evolve Sans EVO"/>
                        </a:rPr>
                        <a:t>(101, 27746, 31609, 11809, 24781, …)</a:t>
                      </a:r>
                      <a:endParaRPr>
                        <a:latin typeface="MADE Evolve Sans EVO"/>
                        <a:cs typeface="MADE Evolve Sans EVO"/>
                      </a:endParaRPr>
                    </a:p>
                  </a:txBody>
                  <a:tcPr marL="88011" marR="88011" marT="44006" marB="44006" anchor="ctr"/>
                </a:tc>
              </a:tr>
              <a:tr h="602405">
                <a:tc>
                  <a:txBody>
                    <a:bodyPr/>
                    <a:p>
                      <a:pPr rtl="0">
                        <a:lnSpc>
                          <a:spcPts val="1275"/>
                        </a:lnSpc>
                        <a:buNone/>
                        <a:defRPr/>
                      </a:pPr>
                      <a:r>
                        <a:rPr lang="en-US" sz="1100">
                          <a:latin typeface="MADE Evolve Sans EVO"/>
                          <a:ea typeface="MADE Evolve Sans EVO"/>
                          <a:cs typeface="MADE Evolve Sans EVO"/>
                        </a:rPr>
                        <a:t>input_mask</a:t>
                      </a:r>
                      <a:endParaRPr>
                        <a:latin typeface="MADE Evolve Sans EVO"/>
                        <a:cs typeface="MADE Evolve Sans EVO"/>
                      </a:endParaRPr>
                    </a:p>
                  </a:txBody>
                  <a:tcPr marL="88011" marR="88011" marT="44006" marB="44006" anchor="ctr"/>
                </a:tc>
                <a:tc>
                  <a:txBody>
                    <a:bodyPr/>
                    <a:p>
                      <a:pPr rtl="0">
                        <a:lnSpc>
                          <a:spcPts val="1275"/>
                        </a:lnSpc>
                        <a:buNone/>
                        <a:defRPr/>
                      </a:pPr>
                      <a:r>
                        <a:rPr lang="en-US" sz="1100">
                          <a:latin typeface="MADE Evolve Sans EVO"/>
                          <a:ea typeface="MADE Evolve Sans EVO"/>
                          <a:cs typeface="MADE Evolve Sans EVO"/>
                        </a:rPr>
                        <a:t>Attention mask corresponding to word IDs</a:t>
                      </a:r>
                      <a:endParaRPr>
                        <a:latin typeface="MADE Evolve Sans EVO"/>
                        <a:cs typeface="MADE Evolve Sans EVO"/>
                      </a:endParaRPr>
                    </a:p>
                  </a:txBody>
                  <a:tcPr marL="88011" marR="88011" marT="44006" marB="44006" anchor="ctr"/>
                </a:tc>
                <a:tc>
                  <a:txBody>
                    <a:bodyPr/>
                    <a:p>
                      <a:pPr rtl="0">
                        <a:lnSpc>
                          <a:spcPts val="1275"/>
                        </a:lnSpc>
                        <a:buNone/>
                        <a:defRPr/>
                      </a:pPr>
                      <a:r>
                        <a:rPr lang="en-US" sz="1100">
                          <a:latin typeface="MADE Evolve Sans EVO"/>
                          <a:ea typeface="MADE Evolve Sans EVO"/>
                          <a:cs typeface="MADE Evolve Sans EVO"/>
                        </a:rPr>
                        <a:t>~222,273</a:t>
                      </a:r>
                      <a:endParaRPr>
                        <a:latin typeface="MADE Evolve Sans EVO"/>
                        <a:cs typeface="MADE Evolve Sans EVO"/>
                      </a:endParaRPr>
                    </a:p>
                  </a:txBody>
                  <a:tcPr marL="88011" marR="88011" marT="44006" marB="44006" anchor="ctr"/>
                </a:tc>
                <a:tc>
                  <a:txBody>
                    <a:bodyPr/>
                    <a:p>
                      <a:pPr rtl="0">
                        <a:lnSpc>
                          <a:spcPts val="1275"/>
                        </a:lnSpc>
                        <a:buNone/>
                        <a:defRPr/>
                      </a:pPr>
                      <a:r>
                        <a:rPr lang="en-US" sz="1100">
                          <a:latin typeface="MADE Evolve Sans EVO"/>
                          <a:ea typeface="MADE Evolve Sans EVO"/>
                          <a:cs typeface="MADE Evolve Sans EVO"/>
                        </a:rPr>
                        <a:t>(1, 1, 1, 1, 1, 1, …, 0, 0, 0)</a:t>
                      </a:r>
                      <a:endParaRPr>
                        <a:latin typeface="MADE Evolve Sans EVO"/>
                        <a:cs typeface="MADE Evolve Sans EVO"/>
                      </a:endParaRPr>
                    </a:p>
                  </a:txBody>
                  <a:tcPr marL="88011" marR="88011" marT="44006" marB="44006" anchor="ct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chemeClr val="bg1"/>
        </a:solidFill>
      </p:bgPr>
    </p:bg>
    <p:spTree>
      <p:nvGrpSpPr>
        <p:cNvPr id="1" name=""/>
        <p:cNvGrpSpPr/>
        <p:nvPr/>
      </p:nvGrpSpPr>
      <p:grpSpPr bwMode="auto">
        <a:xfrm>
          <a:off x="0" y="0"/>
          <a:ext cx="0" cy="0"/>
          <a:chOff x="0" y="0"/>
          <a:chExt cx="0" cy="0"/>
        </a:xfrm>
      </p:grpSpPr>
      <p:pic>
        <p:nvPicPr>
          <p:cNvPr id="56480531" name=""/>
          <p:cNvPicPr>
            <a:picLocks noChangeAspect="1"/>
          </p:cNvPicPr>
          <p:nvPr/>
        </p:nvPicPr>
        <p:blipFill rotWithShape="1">
          <a:blip r:embed="rId3"/>
          <a:srcRect l="0" t="-223" r="0" b="-222"/>
        </p:blipFill>
        <p:spPr bwMode="auto">
          <a:xfrm flipH="0" flipV="0">
            <a:off x="0" y="-52993"/>
            <a:ext cx="12278265" cy="6921984"/>
          </a:xfrm>
          <a:prstGeom prst="rect">
            <a:avLst/>
          </a:prstGeom>
        </p:spPr>
      </p:pic>
      <p:sp>
        <p:nvSpPr>
          <p:cNvPr id="936340714" name="Right Triangle 13"/>
          <p:cNvSpPr>
            <a:spLocks noAdjustHandles="1" noChangeArrowheads="1" noChangeAspect="1" noChangeShapeType="1" noEditPoints="1" noGrp="1" noMove="1" noResize="1" noRot="1" noTextEdit="1"/>
          </p:cNvSpPr>
          <p:nvPr/>
        </p:nvSpPr>
        <p:spPr bwMode="auto">
          <a:xfrm rot="13499997">
            <a:off x="-265269" y="4918296"/>
            <a:ext cx="568288" cy="568288"/>
          </a:xfrm>
          <a:prstGeom prst="rtTriangle">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nvGrpSpPr>
          <p:cNvPr id="1136285885" name="Group 15"/>
          <p:cNvGrpSpPr>
            <a:grpSpLocks noChangeAspect="1" noGrp="1" noMove="1" noResize="1" noRot="1" noUngrp="1"/>
          </p:cNvGrpSpPr>
          <p:nvPr/>
        </p:nvGrpSpPr>
        <p:grpSpPr bwMode="auto">
          <a:xfrm>
            <a:off x="-6213" y="0"/>
            <a:ext cx="12214827" cy="6858000"/>
            <a:chOff x="-6213" y="0"/>
            <a:chExt cx="12214827" cy="6858000"/>
          </a:xfrm>
        </p:grpSpPr>
        <p:cxnSp>
          <p:nvCxnSpPr>
            <p:cNvPr id="2017535840" name="Straight Connector 16"/>
            <p:cNvCxnSpPr/>
            <p:nvPr/>
          </p:nvCxnSpPr>
          <p:spPr bwMode="auto">
            <a:xfrm>
              <a:off x="-6213" y="6686282"/>
              <a:ext cx="12191999"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54667178" name="Straight Connector 17"/>
            <p:cNvCxnSpPr/>
            <p:nvPr/>
          </p:nvCxnSpPr>
          <p:spPr bwMode="auto">
            <a:xfrm>
              <a:off x="0"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61889970" name="Straight Connector 18"/>
            <p:cNvCxnSpPr/>
            <p:nvPr/>
          </p:nvCxnSpPr>
          <p:spPr bwMode="auto">
            <a:xfrm>
              <a:off x="11993257"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90905175" name="Straight Connector 19"/>
            <p:cNvCxnSpPr/>
            <p:nvPr/>
          </p:nvCxnSpPr>
          <p:spPr bwMode="auto">
            <a:xfrm>
              <a:off x="192528"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858267" name="Straight Connector 20"/>
            <p:cNvCxnSpPr/>
            <p:nvPr/>
          </p:nvCxnSpPr>
          <p:spPr bwMode="auto">
            <a:xfrm>
              <a:off x="1191965"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09757342" name="Straight Connector 21"/>
            <p:cNvCxnSpPr/>
            <p:nvPr/>
          </p:nvCxnSpPr>
          <p:spPr bwMode="auto">
            <a:xfrm>
              <a:off x="2191403"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50701482" name="Straight Connector 22"/>
            <p:cNvCxnSpPr/>
            <p:nvPr/>
          </p:nvCxnSpPr>
          <p:spPr bwMode="auto">
            <a:xfrm>
              <a:off x="3190842"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9017687" name="Straight Connector 23"/>
            <p:cNvCxnSpPr/>
            <p:nvPr/>
          </p:nvCxnSpPr>
          <p:spPr bwMode="auto">
            <a:xfrm>
              <a:off x="4190279"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74758032" name="Straight Connector 24"/>
            <p:cNvCxnSpPr/>
            <p:nvPr/>
          </p:nvCxnSpPr>
          <p:spPr bwMode="auto">
            <a:xfrm>
              <a:off x="5189717"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67355600" name="Straight Connector 25"/>
            <p:cNvCxnSpPr/>
            <p:nvPr/>
          </p:nvCxnSpPr>
          <p:spPr bwMode="auto">
            <a:xfrm>
              <a:off x="6189156"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81549768" name="Straight Connector 26"/>
            <p:cNvCxnSpPr/>
            <p:nvPr/>
          </p:nvCxnSpPr>
          <p:spPr bwMode="auto">
            <a:xfrm>
              <a:off x="7188593"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74533219" name="Straight Connector 27"/>
            <p:cNvCxnSpPr/>
            <p:nvPr/>
          </p:nvCxnSpPr>
          <p:spPr bwMode="auto">
            <a:xfrm>
              <a:off x="8188031"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72469017" name="Straight Connector 28"/>
            <p:cNvCxnSpPr/>
            <p:nvPr/>
          </p:nvCxnSpPr>
          <p:spPr bwMode="auto">
            <a:xfrm>
              <a:off x="9187470"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50307122" name="Straight Connector 29"/>
            <p:cNvCxnSpPr/>
            <p:nvPr/>
          </p:nvCxnSpPr>
          <p:spPr bwMode="auto">
            <a:xfrm>
              <a:off x="10186907"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28419775" name="Straight Connector 30"/>
            <p:cNvCxnSpPr/>
            <p:nvPr/>
          </p:nvCxnSpPr>
          <p:spPr bwMode="auto">
            <a:xfrm>
              <a:off x="11186345"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38370062" name="Straight Connector 31"/>
            <p:cNvCxnSpPr/>
            <p:nvPr/>
          </p:nvCxnSpPr>
          <p:spPr bwMode="auto">
            <a:xfrm>
              <a:off x="12185785"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02688323" name="Straight Connector 32"/>
            <p:cNvCxnSpPr/>
            <p:nvPr/>
          </p:nvCxnSpPr>
          <p:spPr bwMode="auto">
            <a:xfrm>
              <a:off x="0" y="171715"/>
              <a:ext cx="12191999"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81628745" name="Straight Connector 33"/>
            <p:cNvCxnSpPr/>
            <p:nvPr/>
          </p:nvCxnSpPr>
          <p:spPr bwMode="auto">
            <a:xfrm>
              <a:off x="0" y="728905"/>
              <a:ext cx="12191999"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544686" name="Straight Connector 34"/>
            <p:cNvCxnSpPr/>
            <p:nvPr/>
          </p:nvCxnSpPr>
          <p:spPr bwMode="auto">
            <a:xfrm>
              <a:off x="0" y="1286095"/>
              <a:ext cx="12191999"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6477819" name="Straight Connector 35"/>
            <p:cNvCxnSpPr/>
            <p:nvPr/>
          </p:nvCxnSpPr>
          <p:spPr bwMode="auto">
            <a:xfrm>
              <a:off x="0" y="1843285"/>
              <a:ext cx="12191999"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64859270" name="Straight Connector 36"/>
            <p:cNvCxnSpPr/>
            <p:nvPr/>
          </p:nvCxnSpPr>
          <p:spPr bwMode="auto">
            <a:xfrm>
              <a:off x="0" y="2400475"/>
              <a:ext cx="12191999"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3234853" name="Straight Connector 37"/>
            <p:cNvCxnSpPr/>
            <p:nvPr/>
          </p:nvCxnSpPr>
          <p:spPr bwMode="auto">
            <a:xfrm>
              <a:off x="0" y="2957665"/>
              <a:ext cx="12191999"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09960686" name="Straight Connector 38"/>
            <p:cNvCxnSpPr/>
            <p:nvPr/>
          </p:nvCxnSpPr>
          <p:spPr bwMode="auto">
            <a:xfrm>
              <a:off x="0" y="3514855"/>
              <a:ext cx="12191999"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4754734" name="Straight Connector 39"/>
            <p:cNvCxnSpPr/>
            <p:nvPr/>
          </p:nvCxnSpPr>
          <p:spPr bwMode="auto">
            <a:xfrm>
              <a:off x="0" y="4072045"/>
              <a:ext cx="12191999"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4324869" name="Straight Connector 40"/>
            <p:cNvCxnSpPr/>
            <p:nvPr/>
          </p:nvCxnSpPr>
          <p:spPr bwMode="auto">
            <a:xfrm>
              <a:off x="0" y="4629235"/>
              <a:ext cx="12191999"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91811516" name="Straight Connector 41"/>
            <p:cNvCxnSpPr/>
            <p:nvPr/>
          </p:nvCxnSpPr>
          <p:spPr bwMode="auto">
            <a:xfrm>
              <a:off x="0" y="5186424"/>
              <a:ext cx="12191999"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16048890" name="Straight Connector 42"/>
            <p:cNvCxnSpPr/>
            <p:nvPr/>
          </p:nvCxnSpPr>
          <p:spPr bwMode="auto">
            <a:xfrm>
              <a:off x="0" y="5743615"/>
              <a:ext cx="12191999"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1765339" name="Straight Connector 43"/>
            <p:cNvCxnSpPr/>
            <p:nvPr/>
          </p:nvCxnSpPr>
          <p:spPr bwMode="auto">
            <a:xfrm>
              <a:off x="0" y="6857998"/>
              <a:ext cx="12191999"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66247660" name="Straight Connector 44"/>
            <p:cNvCxnSpPr/>
            <p:nvPr/>
          </p:nvCxnSpPr>
          <p:spPr bwMode="auto">
            <a:xfrm>
              <a:off x="16612" y="6248399"/>
              <a:ext cx="12191999"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983717460" name="Title 1"/>
          <p:cNvSpPr>
            <a:spLocks noGrp="1"/>
          </p:cNvSpPr>
          <p:nvPr>
            <p:ph type="title"/>
          </p:nvPr>
        </p:nvSpPr>
        <p:spPr bwMode="auto"/>
        <p:txBody>
          <a:bodyPr/>
          <a:lstStyle/>
          <a:p>
            <a:pPr>
              <a:defRPr/>
            </a:pPr>
            <a:r>
              <a:rPr>
                <a:solidFill>
                  <a:schemeClr val="tx1"/>
                </a:solidFill>
                <a:latin typeface="MADE Evolve Sans EVO"/>
                <a:ea typeface="MADE Evolve Sans EVO"/>
                <a:cs typeface="MADE Evolve Sans EVO"/>
              </a:rPr>
              <a:t>Flow Diagram</a:t>
            </a:r>
            <a:endParaRPr>
              <a:solidFill>
                <a:schemeClr val="tx1"/>
              </a:solidFill>
              <a:latin typeface="MADE Evolve Sans EVO"/>
              <a:cs typeface="MADE Evolve Sans EVO"/>
            </a:endParaRPr>
          </a:p>
        </p:txBody>
      </p:sp>
      <p:pic>
        <p:nvPicPr>
          <p:cNvPr id="2012215648" name=""/>
          <p:cNvPicPr>
            <a:picLocks noChangeAspect="1"/>
          </p:cNvPicPr>
          <p:nvPr/>
        </p:nvPicPr>
        <p:blipFill rotWithShape="1">
          <a:blip r:embed="rId4"/>
          <a:stretch/>
        </p:blipFill>
        <p:spPr bwMode="auto">
          <a:xfrm flipH="0" flipV="0">
            <a:off x="1943509" y="1690687"/>
            <a:ext cx="8178634" cy="484481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chemeClr val="bg1"/>
        </a:solidFill>
      </p:bgPr>
    </p:bg>
    <p:spTree>
      <p:nvGrpSpPr>
        <p:cNvPr id="1" name=""/>
        <p:cNvGrpSpPr/>
        <p:nvPr/>
      </p:nvGrpSpPr>
      <p:grpSpPr bwMode="auto">
        <a:xfrm>
          <a:off x="0" y="0"/>
          <a:ext cx="0" cy="0"/>
          <a:chOff x="0" y="0"/>
          <a:chExt cx="0" cy="0"/>
        </a:xfrm>
      </p:grpSpPr>
      <p:pic>
        <p:nvPicPr>
          <p:cNvPr id="1890969622" name=""/>
          <p:cNvPicPr>
            <a:picLocks noChangeAspect="1"/>
          </p:cNvPicPr>
          <p:nvPr/>
        </p:nvPicPr>
        <p:blipFill rotWithShape="1">
          <a:blip r:embed="rId3"/>
          <a:srcRect l="0" t="-223" r="0" b="-222"/>
        </p:blipFill>
        <p:spPr bwMode="auto">
          <a:xfrm flipH="0" flipV="0">
            <a:off x="0" y="-52993"/>
            <a:ext cx="12278265" cy="6921984"/>
          </a:xfrm>
          <a:prstGeom prst="rect">
            <a:avLst/>
          </a:prstGeom>
        </p:spPr>
      </p:pic>
      <p:sp>
        <p:nvSpPr>
          <p:cNvPr id="1215934123" name="Right Triangle 13"/>
          <p:cNvSpPr>
            <a:spLocks noAdjustHandles="1" noChangeArrowheads="1" noChangeAspect="1" noChangeShapeType="1" noEditPoints="1" noGrp="1" noMove="1" noResize="1" noRot="1" noTextEdit="1"/>
          </p:cNvSpPr>
          <p:nvPr/>
        </p:nvSpPr>
        <p:spPr bwMode="auto">
          <a:xfrm rot="13499997">
            <a:off x="-265269" y="4918296"/>
            <a:ext cx="568288" cy="568288"/>
          </a:xfrm>
          <a:prstGeom prst="rtTriangle">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nvGrpSpPr>
          <p:cNvPr id="1489717645" name="Group 15"/>
          <p:cNvGrpSpPr>
            <a:grpSpLocks noChangeAspect="1" noGrp="1" noMove="1" noResize="1" noRot="1" noUngrp="1"/>
          </p:cNvGrpSpPr>
          <p:nvPr/>
        </p:nvGrpSpPr>
        <p:grpSpPr bwMode="auto">
          <a:xfrm>
            <a:off x="-6213" y="0"/>
            <a:ext cx="12214827" cy="6858000"/>
            <a:chOff x="-6213" y="0"/>
            <a:chExt cx="12214827" cy="6858000"/>
          </a:xfrm>
        </p:grpSpPr>
        <p:cxnSp>
          <p:nvCxnSpPr>
            <p:cNvPr id="497748897" name="Straight Connector 16"/>
            <p:cNvCxnSpPr/>
            <p:nvPr/>
          </p:nvCxnSpPr>
          <p:spPr bwMode="auto">
            <a:xfrm>
              <a:off x="-6213" y="6686282"/>
              <a:ext cx="12191999"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93531990" name="Straight Connector 17"/>
            <p:cNvCxnSpPr/>
            <p:nvPr/>
          </p:nvCxnSpPr>
          <p:spPr bwMode="auto">
            <a:xfrm>
              <a:off x="0"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44558018" name="Straight Connector 18"/>
            <p:cNvCxnSpPr/>
            <p:nvPr/>
          </p:nvCxnSpPr>
          <p:spPr bwMode="auto">
            <a:xfrm>
              <a:off x="11993257"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35276992" name="Straight Connector 19"/>
            <p:cNvCxnSpPr/>
            <p:nvPr/>
          </p:nvCxnSpPr>
          <p:spPr bwMode="auto">
            <a:xfrm>
              <a:off x="192528"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2847157" name="Straight Connector 20"/>
            <p:cNvCxnSpPr/>
            <p:nvPr/>
          </p:nvCxnSpPr>
          <p:spPr bwMode="auto">
            <a:xfrm>
              <a:off x="1191965"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1518962" name="Straight Connector 21"/>
            <p:cNvCxnSpPr/>
            <p:nvPr/>
          </p:nvCxnSpPr>
          <p:spPr bwMode="auto">
            <a:xfrm>
              <a:off x="2191403"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4287779" name="Straight Connector 22"/>
            <p:cNvCxnSpPr/>
            <p:nvPr/>
          </p:nvCxnSpPr>
          <p:spPr bwMode="auto">
            <a:xfrm>
              <a:off x="3190842"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797463" name="Straight Connector 23"/>
            <p:cNvCxnSpPr/>
            <p:nvPr/>
          </p:nvCxnSpPr>
          <p:spPr bwMode="auto">
            <a:xfrm>
              <a:off x="4190279"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8734467" name="Straight Connector 24"/>
            <p:cNvCxnSpPr/>
            <p:nvPr/>
          </p:nvCxnSpPr>
          <p:spPr bwMode="auto">
            <a:xfrm>
              <a:off x="5189717"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41042676" name="Straight Connector 25"/>
            <p:cNvCxnSpPr/>
            <p:nvPr/>
          </p:nvCxnSpPr>
          <p:spPr bwMode="auto">
            <a:xfrm>
              <a:off x="6189156"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71685293" name="Straight Connector 26"/>
            <p:cNvCxnSpPr/>
            <p:nvPr/>
          </p:nvCxnSpPr>
          <p:spPr bwMode="auto">
            <a:xfrm>
              <a:off x="7188593"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71594336" name="Straight Connector 27"/>
            <p:cNvCxnSpPr/>
            <p:nvPr/>
          </p:nvCxnSpPr>
          <p:spPr bwMode="auto">
            <a:xfrm>
              <a:off x="8188031"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1705780" name="Straight Connector 28"/>
            <p:cNvCxnSpPr/>
            <p:nvPr/>
          </p:nvCxnSpPr>
          <p:spPr bwMode="auto">
            <a:xfrm>
              <a:off x="9187470"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4474122" name="Straight Connector 29"/>
            <p:cNvCxnSpPr/>
            <p:nvPr/>
          </p:nvCxnSpPr>
          <p:spPr bwMode="auto">
            <a:xfrm>
              <a:off x="10186907"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70709650" name="Straight Connector 30"/>
            <p:cNvCxnSpPr/>
            <p:nvPr/>
          </p:nvCxnSpPr>
          <p:spPr bwMode="auto">
            <a:xfrm>
              <a:off x="11186345"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2832288" name="Straight Connector 31"/>
            <p:cNvCxnSpPr/>
            <p:nvPr/>
          </p:nvCxnSpPr>
          <p:spPr bwMode="auto">
            <a:xfrm>
              <a:off x="12185785"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3340424" name="Straight Connector 32"/>
            <p:cNvCxnSpPr/>
            <p:nvPr/>
          </p:nvCxnSpPr>
          <p:spPr bwMode="auto">
            <a:xfrm>
              <a:off x="0" y="171715"/>
              <a:ext cx="12191999"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48722405" name="Straight Connector 33"/>
            <p:cNvCxnSpPr/>
            <p:nvPr/>
          </p:nvCxnSpPr>
          <p:spPr bwMode="auto">
            <a:xfrm>
              <a:off x="0" y="728905"/>
              <a:ext cx="12191999"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9725402" name="Straight Connector 34"/>
            <p:cNvCxnSpPr/>
            <p:nvPr/>
          </p:nvCxnSpPr>
          <p:spPr bwMode="auto">
            <a:xfrm>
              <a:off x="0" y="1286095"/>
              <a:ext cx="12191999"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46561551" name="Straight Connector 35"/>
            <p:cNvCxnSpPr/>
            <p:nvPr/>
          </p:nvCxnSpPr>
          <p:spPr bwMode="auto">
            <a:xfrm>
              <a:off x="0" y="1843285"/>
              <a:ext cx="12191999"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4067959" name="Straight Connector 36"/>
            <p:cNvCxnSpPr/>
            <p:nvPr/>
          </p:nvCxnSpPr>
          <p:spPr bwMode="auto">
            <a:xfrm>
              <a:off x="0" y="2400475"/>
              <a:ext cx="12191999"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64544254" name="Straight Connector 37"/>
            <p:cNvCxnSpPr/>
            <p:nvPr/>
          </p:nvCxnSpPr>
          <p:spPr bwMode="auto">
            <a:xfrm>
              <a:off x="0" y="2957665"/>
              <a:ext cx="12191999"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77519842" name="Straight Connector 38"/>
            <p:cNvCxnSpPr/>
            <p:nvPr/>
          </p:nvCxnSpPr>
          <p:spPr bwMode="auto">
            <a:xfrm>
              <a:off x="0" y="3514855"/>
              <a:ext cx="12191999"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7344725" name="Straight Connector 39"/>
            <p:cNvCxnSpPr/>
            <p:nvPr/>
          </p:nvCxnSpPr>
          <p:spPr bwMode="auto">
            <a:xfrm>
              <a:off x="0" y="4072045"/>
              <a:ext cx="12191999"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81251715" name="Straight Connector 40"/>
            <p:cNvCxnSpPr/>
            <p:nvPr/>
          </p:nvCxnSpPr>
          <p:spPr bwMode="auto">
            <a:xfrm>
              <a:off x="0" y="4629235"/>
              <a:ext cx="12191999"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64654869" name="Straight Connector 41"/>
            <p:cNvCxnSpPr/>
            <p:nvPr/>
          </p:nvCxnSpPr>
          <p:spPr bwMode="auto">
            <a:xfrm>
              <a:off x="0" y="5186424"/>
              <a:ext cx="12191999"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07737258" name="Straight Connector 42"/>
            <p:cNvCxnSpPr/>
            <p:nvPr/>
          </p:nvCxnSpPr>
          <p:spPr bwMode="auto">
            <a:xfrm>
              <a:off x="0" y="5743615"/>
              <a:ext cx="12191999"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9385607" name="Straight Connector 43"/>
            <p:cNvCxnSpPr/>
            <p:nvPr/>
          </p:nvCxnSpPr>
          <p:spPr bwMode="auto">
            <a:xfrm>
              <a:off x="0" y="6857998"/>
              <a:ext cx="12191999"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24526427" name="Straight Connector 44"/>
            <p:cNvCxnSpPr/>
            <p:nvPr/>
          </p:nvCxnSpPr>
          <p:spPr bwMode="auto">
            <a:xfrm>
              <a:off x="16612" y="6248399"/>
              <a:ext cx="12191999"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620220705" name="Title 1"/>
          <p:cNvSpPr>
            <a:spLocks noGrp="1"/>
          </p:cNvSpPr>
          <p:nvPr>
            <p:ph type="title"/>
          </p:nvPr>
        </p:nvSpPr>
        <p:spPr bwMode="auto"/>
        <p:txBody>
          <a:bodyPr/>
          <a:lstStyle/>
          <a:p>
            <a:pPr>
              <a:defRPr/>
            </a:pPr>
            <a:r>
              <a:rPr sz="5400">
                <a:solidFill>
                  <a:schemeClr val="tx1"/>
                </a:solidFill>
                <a:latin typeface="MADE Evolve Sans EVO"/>
                <a:ea typeface="MADE Evolve Sans EVO"/>
                <a:cs typeface="MADE Evolve Sans EVO"/>
              </a:rPr>
              <a:t>Modules</a:t>
            </a:r>
            <a:endParaRPr>
              <a:solidFill>
                <a:schemeClr val="tx1"/>
              </a:solidFill>
              <a:latin typeface="MADE Evolve Sans EVO"/>
              <a:cs typeface="MADE Evolve Sans EVO"/>
            </a:endParaRPr>
          </a:p>
        </p:txBody>
      </p:sp>
      <p:sp>
        <p:nvSpPr>
          <p:cNvPr id="10205374" name="Content Placeholder 2"/>
          <p:cNvSpPr>
            <a:spLocks noGrp="1"/>
          </p:cNvSpPr>
          <p:nvPr>
            <p:ph idx="1"/>
          </p:nvPr>
        </p:nvSpPr>
        <p:spPr bwMode="auto">
          <a:xfrm flipH="0" flipV="0">
            <a:off x="2364807" y="1904999"/>
            <a:ext cx="8815323" cy="4271962"/>
          </a:xfrm>
        </p:spPr>
        <p:txBody>
          <a:bodyPr/>
          <a:lstStyle>
            <a:lvl1pPr marL="228600" indent="-228600">
              <a:buFont typeface="Arial"/>
              <a:buChar char="•"/>
              <a:defRPr/>
            </a:lvl1pPr>
            <a:lvl2pPr marL="228600" indent="-228600">
              <a:buFont typeface="Arial"/>
              <a:buChar char="•"/>
              <a:defRPr/>
            </a:lvl2pPr>
            <a:lvl3pPr marL="228600" indent="-228600">
              <a:buFont typeface="Arial"/>
              <a:buChar char="•"/>
              <a:defRPr/>
            </a:lvl3pPr>
            <a:lvl4pPr marL="228600" indent="-228600">
              <a:buFont typeface="Arial"/>
              <a:buChar char="•"/>
              <a:defRPr/>
            </a:lvl4pPr>
            <a:lvl5pPr marL="228600" indent="-228600">
              <a:buFont typeface="Arial"/>
              <a:buChar char="•"/>
              <a:defRPr/>
            </a:lvl5pPr>
          </a:lstStyle>
          <a:p>
            <a:pPr algn="l">
              <a:defRPr/>
            </a:pPr>
            <a:r>
              <a:rPr sz="1600" b="1" i="0" u="none">
                <a:solidFill>
                  <a:schemeClr val="tx1"/>
                </a:solidFill>
                <a:latin typeface="MADE Evolve Sans EVO"/>
                <a:ea typeface="MADE Evolve Sans EVO"/>
                <a:cs typeface="MADE Evolve Sans EVO"/>
              </a:rPr>
              <a:t>1. Data Preprocessing Module</a:t>
            </a:r>
            <a:endParaRPr sz="1600">
              <a:solidFill>
                <a:schemeClr val="tx1"/>
              </a:solidFill>
              <a:latin typeface="MADE Evolve Sans EVO"/>
              <a:cs typeface="MADE Evolve Sans EVO"/>
            </a:endParaRPr>
          </a:p>
          <a:p>
            <a:pPr algn="l">
              <a:defRPr/>
            </a:pPr>
            <a:r>
              <a:rPr sz="1600" b="0" i="0" u="none">
                <a:solidFill>
                  <a:schemeClr val="tx1"/>
                </a:solidFill>
                <a:latin typeface="MADE Evolve Sans EVO"/>
                <a:ea typeface="MADE Evolve Sans EVO"/>
                <a:cs typeface="MADE Evolve Sans EVO"/>
              </a:rPr>
              <a:t>Data loading, validation, and text cleaning</a:t>
            </a:r>
            <a:endParaRPr sz="1600">
              <a:solidFill>
                <a:schemeClr val="tx1"/>
              </a:solidFill>
              <a:latin typeface="MADE Evolve Sans EVO"/>
              <a:cs typeface="MADE Evolve Sans EVO"/>
            </a:endParaRPr>
          </a:p>
          <a:p>
            <a:pPr algn="l">
              <a:defRPr/>
            </a:pPr>
            <a:r>
              <a:rPr sz="1600" b="1" i="0" u="none">
                <a:solidFill>
                  <a:schemeClr val="tx1"/>
                </a:solidFill>
                <a:latin typeface="MADE Evolve Sans EVO"/>
                <a:ea typeface="MADE Evolve Sans EVO"/>
                <a:cs typeface="MADE Evolve Sans EVO"/>
              </a:rPr>
              <a:t>2. Feature Engineering Module</a:t>
            </a:r>
            <a:endParaRPr sz="1600">
              <a:solidFill>
                <a:schemeClr val="tx1"/>
              </a:solidFill>
              <a:latin typeface="MADE Evolve Sans EVO"/>
              <a:cs typeface="MADE Evolve Sans EVO"/>
            </a:endParaRPr>
          </a:p>
          <a:p>
            <a:pPr algn="l">
              <a:defRPr/>
            </a:pPr>
            <a:r>
              <a:rPr sz="1600" b="0" i="0" u="none">
                <a:solidFill>
                  <a:schemeClr val="tx1"/>
                </a:solidFill>
                <a:latin typeface="MADE Evolve Sans EVO"/>
                <a:ea typeface="MADE Evolve Sans EVO"/>
                <a:cs typeface="MADE Evolve Sans EVO"/>
              </a:rPr>
              <a:t>TF-IDF vectorization + Lexicon feature extraction</a:t>
            </a:r>
            <a:endParaRPr sz="1600">
              <a:solidFill>
                <a:schemeClr val="tx1"/>
              </a:solidFill>
              <a:latin typeface="MADE Evolve Sans EVO"/>
              <a:cs typeface="MADE Evolve Sans EVO"/>
            </a:endParaRPr>
          </a:p>
          <a:p>
            <a:pPr algn="l">
              <a:defRPr/>
            </a:pPr>
            <a:r>
              <a:rPr sz="1600" b="1" i="0" u="none">
                <a:solidFill>
                  <a:schemeClr val="tx1"/>
                </a:solidFill>
                <a:latin typeface="MADE Evolve Sans EVO"/>
                <a:ea typeface="MADE Evolve Sans EVO"/>
                <a:cs typeface="MADE Evolve Sans EVO"/>
              </a:rPr>
              <a:t>3. Model Training Module</a:t>
            </a:r>
            <a:endParaRPr sz="1600">
              <a:solidFill>
                <a:schemeClr val="tx1"/>
              </a:solidFill>
              <a:latin typeface="MADE Evolve Sans EVO"/>
              <a:cs typeface="MADE Evolve Sans EVO"/>
            </a:endParaRPr>
          </a:p>
          <a:p>
            <a:pPr algn="l">
              <a:defRPr/>
            </a:pPr>
            <a:r>
              <a:rPr sz="1600" b="0" i="0" u="none">
                <a:solidFill>
                  <a:schemeClr val="tx1"/>
                </a:solidFill>
                <a:latin typeface="MADE Evolve Sans EVO"/>
                <a:ea typeface="MADE Evolve Sans EVO"/>
                <a:cs typeface="MADE Evolve Sans EVO"/>
              </a:rPr>
              <a:t>Class balancing + Logistic Regression training</a:t>
            </a:r>
            <a:endParaRPr sz="1600">
              <a:solidFill>
                <a:schemeClr val="tx1"/>
              </a:solidFill>
              <a:latin typeface="MADE Evolve Sans EVO"/>
              <a:cs typeface="MADE Evolve Sans EVO"/>
            </a:endParaRPr>
          </a:p>
          <a:p>
            <a:pPr algn="l">
              <a:defRPr/>
            </a:pPr>
            <a:r>
              <a:rPr sz="1600" b="1" i="0" u="none">
                <a:solidFill>
                  <a:schemeClr val="tx1"/>
                </a:solidFill>
                <a:latin typeface="MADE Evolve Sans EVO"/>
                <a:ea typeface="MADE Evolve Sans EVO"/>
                <a:cs typeface="MADE Evolve Sans EVO"/>
              </a:rPr>
              <a:t>4. Prediction Module</a:t>
            </a:r>
            <a:endParaRPr sz="1600">
              <a:solidFill>
                <a:schemeClr val="tx1"/>
              </a:solidFill>
              <a:latin typeface="MADE Evolve Sans EVO"/>
              <a:cs typeface="MADE Evolve Sans EVO"/>
            </a:endParaRPr>
          </a:p>
          <a:p>
            <a:pPr algn="l">
              <a:defRPr/>
            </a:pPr>
            <a:r>
              <a:rPr sz="1600" b="0" i="0" u="none">
                <a:solidFill>
                  <a:schemeClr val="tx1"/>
                </a:solidFill>
                <a:latin typeface="MADE Evolve Sans EVO"/>
                <a:ea typeface="MADE Evolve Sans EVO"/>
                <a:cs typeface="MADE Evolve Sans EVO"/>
              </a:rPr>
              <a:t>Real-time toxicity scoring and classification</a:t>
            </a:r>
            <a:endParaRPr sz="1600">
              <a:solidFill>
                <a:schemeClr val="tx1"/>
              </a:solidFill>
              <a:latin typeface="MADE Evolve Sans EVO"/>
              <a:cs typeface="MADE Evolve Sans EVO"/>
            </a:endParaRPr>
          </a:p>
          <a:p>
            <a:pPr algn="l">
              <a:defRPr/>
            </a:pPr>
            <a:r>
              <a:rPr sz="1600" b="1" i="0" u="none">
                <a:solidFill>
                  <a:schemeClr val="tx1"/>
                </a:solidFill>
                <a:latin typeface="MADE Evolve Sans EVO"/>
                <a:ea typeface="MADE Evolve Sans EVO"/>
                <a:cs typeface="MADE Evolve Sans EVO"/>
              </a:rPr>
              <a:t>5. Production API Module</a:t>
            </a:r>
            <a:endParaRPr sz="1600">
              <a:solidFill>
                <a:schemeClr val="tx1"/>
              </a:solidFill>
              <a:latin typeface="MADE Evolve Sans EVO"/>
              <a:cs typeface="MADE Evolve Sans EVO"/>
            </a:endParaRPr>
          </a:p>
          <a:p>
            <a:pPr algn="l">
              <a:defRPr/>
            </a:pPr>
            <a:r>
              <a:rPr sz="1600" b="0" i="0" u="none">
                <a:solidFill>
                  <a:schemeClr val="tx1"/>
                </a:solidFill>
                <a:latin typeface="MADE Evolve Sans EVO"/>
                <a:ea typeface="MADE Evolve Sans EVO"/>
                <a:cs typeface="MADE Evolve Sans EVO"/>
              </a:rPr>
              <a:t>REST endpoints + Model caching + Rate limiting</a:t>
            </a:r>
            <a:endParaRPr sz="1600">
              <a:solidFill>
                <a:schemeClr val="tx1"/>
              </a:solidFill>
              <a:latin typeface="MADE Evolve Sans EVO"/>
              <a:cs typeface="MADE Evolve Sans EVO"/>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chemeClr val="bg1"/>
        </a:solidFill>
      </p:bgPr>
    </p:bg>
    <p:spTree>
      <p:nvGrpSpPr>
        <p:cNvPr id="1" name=""/>
        <p:cNvGrpSpPr/>
        <p:nvPr/>
      </p:nvGrpSpPr>
      <p:grpSpPr bwMode="auto">
        <a:xfrm>
          <a:off x="0" y="0"/>
          <a:ext cx="0" cy="0"/>
          <a:chOff x="0" y="0"/>
          <a:chExt cx="0" cy="0"/>
        </a:xfrm>
      </p:grpSpPr>
      <p:pic>
        <p:nvPicPr>
          <p:cNvPr id="259493266" name=""/>
          <p:cNvPicPr>
            <a:picLocks noChangeAspect="1"/>
          </p:cNvPicPr>
          <p:nvPr/>
        </p:nvPicPr>
        <p:blipFill rotWithShape="1">
          <a:blip r:embed="rId3"/>
          <a:srcRect l="0" t="-223" r="0" b="-222"/>
        </p:blipFill>
        <p:spPr bwMode="auto">
          <a:xfrm flipH="0" flipV="0">
            <a:off x="0" y="-52992"/>
            <a:ext cx="12278264" cy="6921983"/>
          </a:xfrm>
          <a:prstGeom prst="rect">
            <a:avLst/>
          </a:prstGeom>
        </p:spPr>
      </p:pic>
      <p:sp>
        <p:nvSpPr>
          <p:cNvPr id="191333498" name="Right Triangle 13"/>
          <p:cNvSpPr>
            <a:spLocks noAdjustHandles="1" noChangeArrowheads="1" noChangeAspect="1" noChangeShapeType="1" noEditPoints="1" noGrp="1" noMove="1" noResize="1" noRot="1" noTextEdit="1"/>
          </p:cNvSpPr>
          <p:nvPr/>
        </p:nvSpPr>
        <p:spPr bwMode="auto">
          <a:xfrm rot="13499962">
            <a:off x="-265268" y="4918295"/>
            <a:ext cx="568287" cy="568287"/>
          </a:xfrm>
          <a:prstGeom prst="rtTriangle">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nvGrpSpPr>
          <p:cNvPr id="1080316372" name="Group 15"/>
          <p:cNvGrpSpPr>
            <a:grpSpLocks noChangeAspect="1" noGrp="1" noMove="1" noResize="1" noRot="1" noUngrp="1"/>
          </p:cNvGrpSpPr>
          <p:nvPr/>
        </p:nvGrpSpPr>
        <p:grpSpPr bwMode="auto">
          <a:xfrm>
            <a:off x="-6212" y="0"/>
            <a:ext cx="12214827" cy="6858000"/>
            <a:chOff x="-6212" y="0"/>
            <a:chExt cx="12214827" cy="6858000"/>
          </a:xfrm>
        </p:grpSpPr>
        <p:cxnSp>
          <p:nvCxnSpPr>
            <p:cNvPr id="1078298882" name="Straight Connector 16"/>
            <p:cNvCxnSpPr/>
            <p:nvPr/>
          </p:nvCxnSpPr>
          <p:spPr bwMode="auto">
            <a:xfrm>
              <a:off x="-6212" y="6686281"/>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4306121" name="Straight Connector 17"/>
            <p:cNvCxnSpPr/>
            <p:nvPr/>
          </p:nvCxnSpPr>
          <p:spPr bwMode="auto">
            <a:xfrm>
              <a:off x="0"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552610" name="Straight Connector 18"/>
            <p:cNvCxnSpPr/>
            <p:nvPr/>
          </p:nvCxnSpPr>
          <p:spPr bwMode="auto">
            <a:xfrm>
              <a:off x="11993256"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19302396" name="Straight Connector 19"/>
            <p:cNvCxnSpPr/>
            <p:nvPr/>
          </p:nvCxnSpPr>
          <p:spPr bwMode="auto">
            <a:xfrm>
              <a:off x="192528"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3225817" name="Straight Connector 20"/>
            <p:cNvCxnSpPr/>
            <p:nvPr/>
          </p:nvCxnSpPr>
          <p:spPr bwMode="auto">
            <a:xfrm>
              <a:off x="1191964"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6425702" name="Straight Connector 21"/>
            <p:cNvCxnSpPr/>
            <p:nvPr/>
          </p:nvCxnSpPr>
          <p:spPr bwMode="auto">
            <a:xfrm>
              <a:off x="2191402"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8543561" name="Straight Connector 22"/>
            <p:cNvCxnSpPr/>
            <p:nvPr/>
          </p:nvCxnSpPr>
          <p:spPr bwMode="auto">
            <a:xfrm>
              <a:off x="3190842"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51898646" name="Straight Connector 23"/>
            <p:cNvCxnSpPr/>
            <p:nvPr/>
          </p:nvCxnSpPr>
          <p:spPr bwMode="auto">
            <a:xfrm>
              <a:off x="4190278"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89881432" name="Straight Connector 24"/>
            <p:cNvCxnSpPr/>
            <p:nvPr/>
          </p:nvCxnSpPr>
          <p:spPr bwMode="auto">
            <a:xfrm>
              <a:off x="5189716"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2284460" name="Straight Connector 25"/>
            <p:cNvCxnSpPr/>
            <p:nvPr/>
          </p:nvCxnSpPr>
          <p:spPr bwMode="auto">
            <a:xfrm>
              <a:off x="6189156"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37464518" name="Straight Connector 26"/>
            <p:cNvCxnSpPr/>
            <p:nvPr/>
          </p:nvCxnSpPr>
          <p:spPr bwMode="auto">
            <a:xfrm>
              <a:off x="7188592"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7428507" name="Straight Connector 27"/>
            <p:cNvCxnSpPr/>
            <p:nvPr/>
          </p:nvCxnSpPr>
          <p:spPr bwMode="auto">
            <a:xfrm>
              <a:off x="8188030"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2059149" name="Straight Connector 28"/>
            <p:cNvCxnSpPr/>
            <p:nvPr/>
          </p:nvCxnSpPr>
          <p:spPr bwMode="auto">
            <a:xfrm>
              <a:off x="9187470"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32243008" name="Straight Connector 29"/>
            <p:cNvCxnSpPr/>
            <p:nvPr/>
          </p:nvCxnSpPr>
          <p:spPr bwMode="auto">
            <a:xfrm>
              <a:off x="10186906"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51461096" name="Straight Connector 30"/>
            <p:cNvCxnSpPr/>
            <p:nvPr/>
          </p:nvCxnSpPr>
          <p:spPr bwMode="auto">
            <a:xfrm>
              <a:off x="11186344"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9007327" name="Straight Connector 31"/>
            <p:cNvCxnSpPr/>
            <p:nvPr/>
          </p:nvCxnSpPr>
          <p:spPr bwMode="auto">
            <a:xfrm>
              <a:off x="12185784"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6436223" name="Straight Connector 32"/>
            <p:cNvCxnSpPr/>
            <p:nvPr/>
          </p:nvCxnSpPr>
          <p:spPr bwMode="auto">
            <a:xfrm>
              <a:off x="0" y="171714"/>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62720" name="Straight Connector 33"/>
            <p:cNvCxnSpPr/>
            <p:nvPr/>
          </p:nvCxnSpPr>
          <p:spPr bwMode="auto">
            <a:xfrm>
              <a:off x="0" y="728904"/>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33284395" name="Straight Connector 34"/>
            <p:cNvCxnSpPr/>
            <p:nvPr/>
          </p:nvCxnSpPr>
          <p:spPr bwMode="auto">
            <a:xfrm>
              <a:off x="0" y="1286094"/>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37181875" name="Straight Connector 35"/>
            <p:cNvCxnSpPr/>
            <p:nvPr/>
          </p:nvCxnSpPr>
          <p:spPr bwMode="auto">
            <a:xfrm>
              <a:off x="0" y="1843284"/>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69978002" name="Straight Connector 36"/>
            <p:cNvCxnSpPr/>
            <p:nvPr/>
          </p:nvCxnSpPr>
          <p:spPr bwMode="auto">
            <a:xfrm>
              <a:off x="0" y="2400474"/>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20552707" name="Straight Connector 37"/>
            <p:cNvCxnSpPr/>
            <p:nvPr/>
          </p:nvCxnSpPr>
          <p:spPr bwMode="auto">
            <a:xfrm>
              <a:off x="0" y="2957664"/>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77457651" name="Straight Connector 38"/>
            <p:cNvCxnSpPr/>
            <p:nvPr/>
          </p:nvCxnSpPr>
          <p:spPr bwMode="auto">
            <a:xfrm>
              <a:off x="0" y="3514854"/>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57089635" name="Straight Connector 39"/>
            <p:cNvCxnSpPr/>
            <p:nvPr/>
          </p:nvCxnSpPr>
          <p:spPr bwMode="auto">
            <a:xfrm>
              <a:off x="0" y="4072044"/>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8881105" name="Straight Connector 40"/>
            <p:cNvCxnSpPr/>
            <p:nvPr/>
          </p:nvCxnSpPr>
          <p:spPr bwMode="auto">
            <a:xfrm>
              <a:off x="0" y="4629234"/>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95978162" name="Straight Connector 41"/>
            <p:cNvCxnSpPr/>
            <p:nvPr/>
          </p:nvCxnSpPr>
          <p:spPr bwMode="auto">
            <a:xfrm>
              <a:off x="0" y="5186424"/>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7453081" name="Straight Connector 42"/>
            <p:cNvCxnSpPr/>
            <p:nvPr/>
          </p:nvCxnSpPr>
          <p:spPr bwMode="auto">
            <a:xfrm>
              <a:off x="0" y="5743614"/>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0463435" name="Straight Connector 43"/>
            <p:cNvCxnSpPr/>
            <p:nvPr/>
          </p:nvCxnSpPr>
          <p:spPr bwMode="auto">
            <a:xfrm>
              <a:off x="0" y="6857997"/>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94292283" name="Straight Connector 44"/>
            <p:cNvCxnSpPr/>
            <p:nvPr/>
          </p:nvCxnSpPr>
          <p:spPr bwMode="auto">
            <a:xfrm>
              <a:off x="16611" y="6248398"/>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542761670" name="Title 1"/>
          <p:cNvSpPr>
            <a:spLocks noGrp="1"/>
          </p:cNvSpPr>
          <p:nvPr>
            <p:ph type="title"/>
          </p:nvPr>
        </p:nvSpPr>
        <p:spPr bwMode="auto"/>
        <p:txBody>
          <a:bodyPr/>
          <a:lstStyle/>
          <a:p>
            <a:pPr>
              <a:defRPr/>
            </a:pPr>
            <a:r>
              <a:rPr sz="5400" b="0">
                <a:solidFill>
                  <a:schemeClr val="tx1"/>
                </a:solidFill>
                <a:latin typeface="MADE Evolve Sans EVO"/>
                <a:ea typeface="MADE Evolve Sans EVO"/>
                <a:cs typeface="MADE Evolve Sans EVO"/>
              </a:rPr>
              <a:t>Code</a:t>
            </a:r>
            <a:endParaRPr sz="5400" b="0">
              <a:solidFill>
                <a:schemeClr val="tx1"/>
              </a:solidFill>
              <a:latin typeface="MADE Evolve Sans EVO"/>
              <a:cs typeface="MADE Evolve Sans EVO"/>
            </a:endParaRPr>
          </a:p>
        </p:txBody>
      </p:sp>
      <p:pic>
        <p:nvPicPr>
          <p:cNvPr id="1040721848" name=""/>
          <p:cNvPicPr>
            <a:picLocks noChangeAspect="1"/>
          </p:cNvPicPr>
          <p:nvPr>
            <p:ph idx="1"/>
          </p:nvPr>
        </p:nvPicPr>
        <p:blipFill rotWithShape="1">
          <a:blip r:embed="rId4"/>
          <a:stretch/>
        </p:blipFill>
        <p:spPr bwMode="auto">
          <a:xfrm rot="0">
            <a:off x="1129924" y="1825624"/>
            <a:ext cx="9377482" cy="435133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chemeClr val="bg1"/>
        </a:solidFill>
      </p:bgPr>
    </p:bg>
    <p:spTree>
      <p:nvGrpSpPr>
        <p:cNvPr id="1" name=""/>
        <p:cNvGrpSpPr/>
        <p:nvPr/>
      </p:nvGrpSpPr>
      <p:grpSpPr bwMode="auto">
        <a:xfrm>
          <a:off x="0" y="0"/>
          <a:ext cx="0" cy="0"/>
          <a:chOff x="0" y="0"/>
          <a:chExt cx="0" cy="0"/>
        </a:xfrm>
      </p:grpSpPr>
      <p:pic>
        <p:nvPicPr>
          <p:cNvPr id="2103968184" name=""/>
          <p:cNvPicPr>
            <a:picLocks noChangeAspect="1"/>
          </p:cNvPicPr>
          <p:nvPr/>
        </p:nvPicPr>
        <p:blipFill rotWithShape="1">
          <a:blip r:embed="rId3"/>
          <a:srcRect l="0" t="-223" r="0" b="-222"/>
        </p:blipFill>
        <p:spPr bwMode="auto">
          <a:xfrm flipH="0" flipV="0">
            <a:off x="0" y="-52992"/>
            <a:ext cx="12278264" cy="6921983"/>
          </a:xfrm>
          <a:prstGeom prst="rect">
            <a:avLst/>
          </a:prstGeom>
        </p:spPr>
      </p:pic>
      <p:sp>
        <p:nvSpPr>
          <p:cNvPr id="1629860128" name="Right Triangle 13"/>
          <p:cNvSpPr>
            <a:spLocks noAdjustHandles="1" noChangeArrowheads="1" noChangeAspect="1" noChangeShapeType="1" noEditPoints="1" noGrp="1" noMove="1" noResize="1" noRot="1" noTextEdit="1"/>
          </p:cNvSpPr>
          <p:nvPr/>
        </p:nvSpPr>
        <p:spPr bwMode="auto">
          <a:xfrm rot="13499962">
            <a:off x="-265268" y="4918295"/>
            <a:ext cx="568287" cy="568287"/>
          </a:xfrm>
          <a:prstGeom prst="rtTriangle">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nvGrpSpPr>
          <p:cNvPr id="326369596" name="Group 15"/>
          <p:cNvGrpSpPr>
            <a:grpSpLocks noChangeAspect="1" noGrp="1" noMove="1" noResize="1" noRot="1" noUngrp="1"/>
          </p:cNvGrpSpPr>
          <p:nvPr/>
        </p:nvGrpSpPr>
        <p:grpSpPr bwMode="auto">
          <a:xfrm>
            <a:off x="-6212" y="0"/>
            <a:ext cx="12214827" cy="6858000"/>
            <a:chOff x="-6212" y="0"/>
            <a:chExt cx="12214827" cy="6858000"/>
          </a:xfrm>
        </p:grpSpPr>
        <p:cxnSp>
          <p:nvCxnSpPr>
            <p:cNvPr id="1955595898" name="Straight Connector 16"/>
            <p:cNvCxnSpPr/>
            <p:nvPr/>
          </p:nvCxnSpPr>
          <p:spPr bwMode="auto">
            <a:xfrm>
              <a:off x="-6212" y="6686281"/>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597112" name="Straight Connector 17"/>
            <p:cNvCxnSpPr/>
            <p:nvPr/>
          </p:nvCxnSpPr>
          <p:spPr bwMode="auto">
            <a:xfrm>
              <a:off x="0"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04409404" name="Straight Connector 18"/>
            <p:cNvCxnSpPr/>
            <p:nvPr/>
          </p:nvCxnSpPr>
          <p:spPr bwMode="auto">
            <a:xfrm>
              <a:off x="11993256"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60245006" name="Straight Connector 19"/>
            <p:cNvCxnSpPr/>
            <p:nvPr/>
          </p:nvCxnSpPr>
          <p:spPr bwMode="auto">
            <a:xfrm>
              <a:off x="192528"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145858" name="Straight Connector 20"/>
            <p:cNvCxnSpPr/>
            <p:nvPr/>
          </p:nvCxnSpPr>
          <p:spPr bwMode="auto">
            <a:xfrm>
              <a:off x="1191964"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8006182" name="Straight Connector 21"/>
            <p:cNvCxnSpPr/>
            <p:nvPr/>
          </p:nvCxnSpPr>
          <p:spPr bwMode="auto">
            <a:xfrm>
              <a:off x="2191402"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42420944" name="Straight Connector 22"/>
            <p:cNvCxnSpPr/>
            <p:nvPr/>
          </p:nvCxnSpPr>
          <p:spPr bwMode="auto">
            <a:xfrm>
              <a:off x="3190842"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36579554" name="Straight Connector 23"/>
            <p:cNvCxnSpPr/>
            <p:nvPr/>
          </p:nvCxnSpPr>
          <p:spPr bwMode="auto">
            <a:xfrm>
              <a:off x="4190278"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44978203" name="Straight Connector 24"/>
            <p:cNvCxnSpPr/>
            <p:nvPr/>
          </p:nvCxnSpPr>
          <p:spPr bwMode="auto">
            <a:xfrm>
              <a:off x="5189716"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58299992" name="Straight Connector 25"/>
            <p:cNvCxnSpPr/>
            <p:nvPr/>
          </p:nvCxnSpPr>
          <p:spPr bwMode="auto">
            <a:xfrm>
              <a:off x="6189156"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67426665" name="Straight Connector 26"/>
            <p:cNvCxnSpPr/>
            <p:nvPr/>
          </p:nvCxnSpPr>
          <p:spPr bwMode="auto">
            <a:xfrm>
              <a:off x="7188592"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1299864" name="Straight Connector 27"/>
            <p:cNvCxnSpPr/>
            <p:nvPr/>
          </p:nvCxnSpPr>
          <p:spPr bwMode="auto">
            <a:xfrm>
              <a:off x="8188030"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53726100" name="Straight Connector 28"/>
            <p:cNvCxnSpPr/>
            <p:nvPr/>
          </p:nvCxnSpPr>
          <p:spPr bwMode="auto">
            <a:xfrm>
              <a:off x="9187470"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86900913" name="Straight Connector 29"/>
            <p:cNvCxnSpPr/>
            <p:nvPr/>
          </p:nvCxnSpPr>
          <p:spPr bwMode="auto">
            <a:xfrm>
              <a:off x="10186906"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71621815" name="Straight Connector 30"/>
            <p:cNvCxnSpPr/>
            <p:nvPr/>
          </p:nvCxnSpPr>
          <p:spPr bwMode="auto">
            <a:xfrm>
              <a:off x="11186344"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8782065" name="Straight Connector 31"/>
            <p:cNvCxnSpPr/>
            <p:nvPr/>
          </p:nvCxnSpPr>
          <p:spPr bwMode="auto">
            <a:xfrm>
              <a:off x="12185784"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76675549" name="Straight Connector 32"/>
            <p:cNvCxnSpPr/>
            <p:nvPr/>
          </p:nvCxnSpPr>
          <p:spPr bwMode="auto">
            <a:xfrm>
              <a:off x="0" y="171714"/>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80549308" name="Straight Connector 33"/>
            <p:cNvCxnSpPr/>
            <p:nvPr/>
          </p:nvCxnSpPr>
          <p:spPr bwMode="auto">
            <a:xfrm>
              <a:off x="0" y="728904"/>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53655944" name="Straight Connector 34"/>
            <p:cNvCxnSpPr/>
            <p:nvPr/>
          </p:nvCxnSpPr>
          <p:spPr bwMode="auto">
            <a:xfrm>
              <a:off x="0" y="1286094"/>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42918383" name="Straight Connector 35"/>
            <p:cNvCxnSpPr/>
            <p:nvPr/>
          </p:nvCxnSpPr>
          <p:spPr bwMode="auto">
            <a:xfrm>
              <a:off x="0" y="1843284"/>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8554075" name="Straight Connector 36"/>
            <p:cNvCxnSpPr/>
            <p:nvPr/>
          </p:nvCxnSpPr>
          <p:spPr bwMode="auto">
            <a:xfrm>
              <a:off x="0" y="2400474"/>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57000142" name="Straight Connector 37"/>
            <p:cNvCxnSpPr/>
            <p:nvPr/>
          </p:nvCxnSpPr>
          <p:spPr bwMode="auto">
            <a:xfrm>
              <a:off x="0" y="2957664"/>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51061375" name="Straight Connector 38"/>
            <p:cNvCxnSpPr/>
            <p:nvPr/>
          </p:nvCxnSpPr>
          <p:spPr bwMode="auto">
            <a:xfrm>
              <a:off x="0" y="3514854"/>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46900782" name="Straight Connector 39"/>
            <p:cNvCxnSpPr/>
            <p:nvPr/>
          </p:nvCxnSpPr>
          <p:spPr bwMode="auto">
            <a:xfrm>
              <a:off x="0" y="4072044"/>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4833102" name="Straight Connector 40"/>
            <p:cNvCxnSpPr/>
            <p:nvPr/>
          </p:nvCxnSpPr>
          <p:spPr bwMode="auto">
            <a:xfrm>
              <a:off x="0" y="4629234"/>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28586026" name="Straight Connector 41"/>
            <p:cNvCxnSpPr/>
            <p:nvPr/>
          </p:nvCxnSpPr>
          <p:spPr bwMode="auto">
            <a:xfrm>
              <a:off x="0" y="5186424"/>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33739848" name="Straight Connector 42"/>
            <p:cNvCxnSpPr/>
            <p:nvPr/>
          </p:nvCxnSpPr>
          <p:spPr bwMode="auto">
            <a:xfrm>
              <a:off x="0" y="5743614"/>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97690132" name="Straight Connector 43"/>
            <p:cNvCxnSpPr/>
            <p:nvPr/>
          </p:nvCxnSpPr>
          <p:spPr bwMode="auto">
            <a:xfrm>
              <a:off x="0" y="6857997"/>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78279844" name="Straight Connector 44"/>
            <p:cNvCxnSpPr/>
            <p:nvPr/>
          </p:nvCxnSpPr>
          <p:spPr bwMode="auto">
            <a:xfrm>
              <a:off x="16611" y="6248398"/>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61966369" name="Title 1"/>
          <p:cNvSpPr>
            <a:spLocks noGrp="1"/>
          </p:cNvSpPr>
          <p:nvPr>
            <p:ph type="title"/>
          </p:nvPr>
        </p:nvSpPr>
        <p:spPr bwMode="auto"/>
        <p:txBody>
          <a:bodyPr/>
          <a:lstStyle/>
          <a:p>
            <a:pPr>
              <a:defRPr/>
            </a:pPr>
            <a:r>
              <a:rPr sz="5400">
                <a:solidFill>
                  <a:schemeClr val="tx1"/>
                </a:solidFill>
                <a:latin typeface="MADE Evolve Sans EVO"/>
                <a:ea typeface="MADE Evolve Sans EVO"/>
                <a:cs typeface="MADE Evolve Sans EVO"/>
              </a:rPr>
              <a:t>Output</a:t>
            </a:r>
            <a:endParaRPr sz="5400">
              <a:solidFill>
                <a:schemeClr val="tx1"/>
              </a:solidFill>
              <a:latin typeface="MADE Evolve Sans EVO"/>
              <a:cs typeface="MADE Evolve Sans EVO"/>
            </a:endParaRPr>
          </a:p>
        </p:txBody>
      </p:sp>
      <p:pic>
        <p:nvPicPr>
          <p:cNvPr id="22589740" name=""/>
          <p:cNvPicPr>
            <a:picLocks noChangeAspect="1"/>
          </p:cNvPicPr>
          <p:nvPr>
            <p:ph idx="1"/>
          </p:nvPr>
        </p:nvPicPr>
        <p:blipFill rotWithShape="1">
          <a:blip r:embed="rId4"/>
          <a:stretch/>
        </p:blipFill>
        <p:spPr bwMode="auto">
          <a:xfrm rot="0">
            <a:off x="1376264" y="1825624"/>
            <a:ext cx="8884801" cy="435133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chemeClr val="bg1"/>
        </a:solidFill>
      </p:bgPr>
    </p:bg>
    <p:spTree>
      <p:nvGrpSpPr>
        <p:cNvPr id="1" name=""/>
        <p:cNvGrpSpPr/>
        <p:nvPr/>
      </p:nvGrpSpPr>
      <p:grpSpPr bwMode="auto">
        <a:xfrm>
          <a:off x="0" y="0"/>
          <a:ext cx="0" cy="0"/>
          <a:chOff x="0" y="0"/>
          <a:chExt cx="0" cy="0"/>
        </a:xfrm>
      </p:grpSpPr>
      <p:pic>
        <p:nvPicPr>
          <p:cNvPr id="604183833" name=""/>
          <p:cNvPicPr>
            <a:picLocks noChangeAspect="1"/>
          </p:cNvPicPr>
          <p:nvPr/>
        </p:nvPicPr>
        <p:blipFill rotWithShape="1">
          <a:blip r:embed="rId3"/>
          <a:srcRect l="0" t="-223" r="0" b="-222"/>
        </p:blipFill>
        <p:spPr bwMode="auto">
          <a:xfrm flipH="0" flipV="0">
            <a:off x="0" y="-52992"/>
            <a:ext cx="12278264" cy="6921983"/>
          </a:xfrm>
          <a:prstGeom prst="rect">
            <a:avLst/>
          </a:prstGeom>
        </p:spPr>
      </p:pic>
      <p:sp>
        <p:nvSpPr>
          <p:cNvPr id="205091883" name="Right Triangle 13"/>
          <p:cNvSpPr>
            <a:spLocks noAdjustHandles="1" noChangeArrowheads="1" noChangeAspect="1" noChangeShapeType="1" noEditPoints="1" noGrp="1" noMove="1" noResize="1" noRot="1" noTextEdit="1"/>
          </p:cNvSpPr>
          <p:nvPr/>
        </p:nvSpPr>
        <p:spPr bwMode="auto">
          <a:xfrm rot="13499962">
            <a:off x="-265268" y="4918295"/>
            <a:ext cx="568287" cy="568287"/>
          </a:xfrm>
          <a:prstGeom prst="rtTriangle">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nvGrpSpPr>
          <p:cNvPr id="1166622349" name="Group 15"/>
          <p:cNvGrpSpPr>
            <a:grpSpLocks noChangeAspect="1" noGrp="1" noMove="1" noResize="1" noRot="1" noUngrp="1"/>
          </p:cNvGrpSpPr>
          <p:nvPr/>
        </p:nvGrpSpPr>
        <p:grpSpPr bwMode="auto">
          <a:xfrm>
            <a:off x="-6212" y="0"/>
            <a:ext cx="12214827" cy="6858000"/>
            <a:chOff x="-6212" y="0"/>
            <a:chExt cx="12214827" cy="6858000"/>
          </a:xfrm>
        </p:grpSpPr>
        <p:cxnSp>
          <p:nvCxnSpPr>
            <p:cNvPr id="1355881576" name="Straight Connector 16"/>
            <p:cNvCxnSpPr/>
            <p:nvPr/>
          </p:nvCxnSpPr>
          <p:spPr bwMode="auto">
            <a:xfrm>
              <a:off x="-6212" y="6686281"/>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57304454" name="Straight Connector 17"/>
            <p:cNvCxnSpPr/>
            <p:nvPr/>
          </p:nvCxnSpPr>
          <p:spPr bwMode="auto">
            <a:xfrm>
              <a:off x="0"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5024708" name="Straight Connector 18"/>
            <p:cNvCxnSpPr/>
            <p:nvPr/>
          </p:nvCxnSpPr>
          <p:spPr bwMode="auto">
            <a:xfrm>
              <a:off x="11993256"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60809099" name="Straight Connector 19"/>
            <p:cNvCxnSpPr/>
            <p:nvPr/>
          </p:nvCxnSpPr>
          <p:spPr bwMode="auto">
            <a:xfrm>
              <a:off x="192528"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5265480" name="Straight Connector 20"/>
            <p:cNvCxnSpPr/>
            <p:nvPr/>
          </p:nvCxnSpPr>
          <p:spPr bwMode="auto">
            <a:xfrm>
              <a:off x="1191964"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4431101" name="Straight Connector 21"/>
            <p:cNvCxnSpPr/>
            <p:nvPr/>
          </p:nvCxnSpPr>
          <p:spPr bwMode="auto">
            <a:xfrm>
              <a:off x="2191402"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9199472" name="Straight Connector 22"/>
            <p:cNvCxnSpPr/>
            <p:nvPr/>
          </p:nvCxnSpPr>
          <p:spPr bwMode="auto">
            <a:xfrm>
              <a:off x="3190842"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42949442" name="Straight Connector 23"/>
            <p:cNvCxnSpPr/>
            <p:nvPr/>
          </p:nvCxnSpPr>
          <p:spPr bwMode="auto">
            <a:xfrm>
              <a:off x="4190278"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49271668" name="Straight Connector 24"/>
            <p:cNvCxnSpPr/>
            <p:nvPr/>
          </p:nvCxnSpPr>
          <p:spPr bwMode="auto">
            <a:xfrm>
              <a:off x="5189716"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0609466" name="Straight Connector 25"/>
            <p:cNvCxnSpPr/>
            <p:nvPr/>
          </p:nvCxnSpPr>
          <p:spPr bwMode="auto">
            <a:xfrm>
              <a:off x="6189156"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31990324" name="Straight Connector 26"/>
            <p:cNvCxnSpPr/>
            <p:nvPr/>
          </p:nvCxnSpPr>
          <p:spPr bwMode="auto">
            <a:xfrm>
              <a:off x="7188592"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23571588" name="Straight Connector 27"/>
            <p:cNvCxnSpPr/>
            <p:nvPr/>
          </p:nvCxnSpPr>
          <p:spPr bwMode="auto">
            <a:xfrm>
              <a:off x="8188030"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63415533" name="Straight Connector 28"/>
            <p:cNvCxnSpPr/>
            <p:nvPr/>
          </p:nvCxnSpPr>
          <p:spPr bwMode="auto">
            <a:xfrm>
              <a:off x="9187470"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91967327" name="Straight Connector 29"/>
            <p:cNvCxnSpPr/>
            <p:nvPr/>
          </p:nvCxnSpPr>
          <p:spPr bwMode="auto">
            <a:xfrm>
              <a:off x="10186906"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4798764" name="Straight Connector 30"/>
            <p:cNvCxnSpPr/>
            <p:nvPr/>
          </p:nvCxnSpPr>
          <p:spPr bwMode="auto">
            <a:xfrm>
              <a:off x="11186344"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45578080" name="Straight Connector 31"/>
            <p:cNvCxnSpPr/>
            <p:nvPr/>
          </p:nvCxnSpPr>
          <p:spPr bwMode="auto">
            <a:xfrm>
              <a:off x="12185784"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5409482" name="Straight Connector 32"/>
            <p:cNvCxnSpPr/>
            <p:nvPr/>
          </p:nvCxnSpPr>
          <p:spPr bwMode="auto">
            <a:xfrm>
              <a:off x="0" y="171714"/>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90462146" name="Straight Connector 33"/>
            <p:cNvCxnSpPr/>
            <p:nvPr/>
          </p:nvCxnSpPr>
          <p:spPr bwMode="auto">
            <a:xfrm>
              <a:off x="0" y="728904"/>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95952000" name="Straight Connector 34"/>
            <p:cNvCxnSpPr/>
            <p:nvPr/>
          </p:nvCxnSpPr>
          <p:spPr bwMode="auto">
            <a:xfrm>
              <a:off x="0" y="1286094"/>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1662781" name="Straight Connector 35"/>
            <p:cNvCxnSpPr/>
            <p:nvPr/>
          </p:nvCxnSpPr>
          <p:spPr bwMode="auto">
            <a:xfrm>
              <a:off x="0" y="1843284"/>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3258204" name="Straight Connector 36"/>
            <p:cNvCxnSpPr/>
            <p:nvPr/>
          </p:nvCxnSpPr>
          <p:spPr bwMode="auto">
            <a:xfrm>
              <a:off x="0" y="2400474"/>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95675535" name="Straight Connector 37"/>
            <p:cNvCxnSpPr/>
            <p:nvPr/>
          </p:nvCxnSpPr>
          <p:spPr bwMode="auto">
            <a:xfrm>
              <a:off x="0" y="2957664"/>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80195261" name="Straight Connector 38"/>
            <p:cNvCxnSpPr/>
            <p:nvPr/>
          </p:nvCxnSpPr>
          <p:spPr bwMode="auto">
            <a:xfrm>
              <a:off x="0" y="3514854"/>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37124858" name="Straight Connector 39"/>
            <p:cNvCxnSpPr/>
            <p:nvPr/>
          </p:nvCxnSpPr>
          <p:spPr bwMode="auto">
            <a:xfrm>
              <a:off x="0" y="4072044"/>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84911563" name="Straight Connector 40"/>
            <p:cNvCxnSpPr/>
            <p:nvPr/>
          </p:nvCxnSpPr>
          <p:spPr bwMode="auto">
            <a:xfrm>
              <a:off x="0" y="4629234"/>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8625091" name="Straight Connector 41"/>
            <p:cNvCxnSpPr/>
            <p:nvPr/>
          </p:nvCxnSpPr>
          <p:spPr bwMode="auto">
            <a:xfrm>
              <a:off x="0" y="5186424"/>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6776634" name="Straight Connector 42"/>
            <p:cNvCxnSpPr/>
            <p:nvPr/>
          </p:nvCxnSpPr>
          <p:spPr bwMode="auto">
            <a:xfrm>
              <a:off x="0" y="5743614"/>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600689" name="Straight Connector 43"/>
            <p:cNvCxnSpPr/>
            <p:nvPr/>
          </p:nvCxnSpPr>
          <p:spPr bwMode="auto">
            <a:xfrm>
              <a:off x="0" y="6857997"/>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799391" name="Straight Connector 44"/>
            <p:cNvCxnSpPr/>
            <p:nvPr/>
          </p:nvCxnSpPr>
          <p:spPr bwMode="auto">
            <a:xfrm>
              <a:off x="16611" y="6248398"/>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1328734295" name="Title 1"/>
          <p:cNvSpPr>
            <a:spLocks noGrp="1"/>
          </p:cNvSpPr>
          <p:nvPr>
            <p:ph type="title"/>
          </p:nvPr>
        </p:nvSpPr>
        <p:spPr bwMode="auto"/>
        <p:txBody>
          <a:bodyPr/>
          <a:lstStyle/>
          <a:p>
            <a:pPr>
              <a:defRPr/>
            </a:pPr>
            <a:r>
              <a:rPr sz="5400">
                <a:solidFill>
                  <a:schemeClr val="tx1"/>
                </a:solidFill>
                <a:latin typeface="MADE Evolve Sans EVO"/>
                <a:ea typeface="MADE Evolve Sans EVO"/>
                <a:cs typeface="MADE Evolve Sans EVO"/>
              </a:rPr>
              <a:t>Output</a:t>
            </a:r>
            <a:endParaRPr sz="5400">
              <a:solidFill>
                <a:schemeClr val="tx1"/>
              </a:solidFill>
              <a:latin typeface="MADE Evolve Sans EVO"/>
              <a:cs typeface="MADE Evolve Sans EVO"/>
            </a:endParaRPr>
          </a:p>
        </p:txBody>
      </p:sp>
      <p:pic>
        <p:nvPicPr>
          <p:cNvPr id="132512235" name=""/>
          <p:cNvPicPr>
            <a:picLocks noChangeAspect="1"/>
          </p:cNvPicPr>
          <p:nvPr>
            <p:ph idx="1"/>
          </p:nvPr>
        </p:nvPicPr>
        <p:blipFill rotWithShape="1">
          <a:blip r:embed="rId4"/>
          <a:stretch/>
        </p:blipFill>
        <p:spPr bwMode="auto">
          <a:xfrm rot="0" flipH="0" flipV="0">
            <a:off x="1376264" y="1825624"/>
            <a:ext cx="9512394" cy="465870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chemeClr val="bg1"/>
        </a:solidFill>
      </p:bgPr>
    </p:bg>
    <p:spTree>
      <p:nvGrpSpPr>
        <p:cNvPr id="1" name=""/>
        <p:cNvGrpSpPr/>
        <p:nvPr/>
      </p:nvGrpSpPr>
      <p:grpSpPr bwMode="auto">
        <a:xfrm>
          <a:off x="0" y="0"/>
          <a:ext cx="0" cy="0"/>
          <a:chOff x="0" y="0"/>
          <a:chExt cx="0" cy="0"/>
        </a:xfrm>
      </p:grpSpPr>
      <p:pic>
        <p:nvPicPr>
          <p:cNvPr id="1671619751" name=""/>
          <p:cNvPicPr>
            <a:picLocks noChangeAspect="1"/>
          </p:cNvPicPr>
          <p:nvPr/>
        </p:nvPicPr>
        <p:blipFill rotWithShape="1">
          <a:blip r:embed="rId3"/>
          <a:srcRect l="0" t="-223" r="0" b="-222"/>
        </p:blipFill>
        <p:spPr bwMode="auto">
          <a:xfrm flipH="0" flipV="0">
            <a:off x="0" y="-52992"/>
            <a:ext cx="12278264" cy="6921983"/>
          </a:xfrm>
          <a:prstGeom prst="rect">
            <a:avLst/>
          </a:prstGeom>
        </p:spPr>
      </p:pic>
      <p:sp>
        <p:nvSpPr>
          <p:cNvPr id="1348458558" name="Right Triangle 13"/>
          <p:cNvSpPr>
            <a:spLocks noAdjustHandles="1" noChangeArrowheads="1" noChangeAspect="1" noChangeShapeType="1" noEditPoints="1" noGrp="1" noMove="1" noResize="1" noRot="1" noTextEdit="1"/>
          </p:cNvSpPr>
          <p:nvPr/>
        </p:nvSpPr>
        <p:spPr bwMode="auto">
          <a:xfrm rot="13499962">
            <a:off x="-265268" y="4918295"/>
            <a:ext cx="568287" cy="568287"/>
          </a:xfrm>
          <a:prstGeom prst="rtTriangle">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nvGrpSpPr>
          <p:cNvPr id="398763553" name="Group 15"/>
          <p:cNvGrpSpPr>
            <a:grpSpLocks noChangeAspect="1" noGrp="1" noMove="1" noResize="1" noRot="1" noUngrp="1"/>
          </p:cNvGrpSpPr>
          <p:nvPr/>
        </p:nvGrpSpPr>
        <p:grpSpPr bwMode="auto">
          <a:xfrm>
            <a:off x="-6212" y="0"/>
            <a:ext cx="12214827" cy="6858000"/>
            <a:chOff x="-6212" y="0"/>
            <a:chExt cx="12214827" cy="6858000"/>
          </a:xfrm>
        </p:grpSpPr>
        <p:cxnSp>
          <p:nvCxnSpPr>
            <p:cNvPr id="424072936" name="Straight Connector 16"/>
            <p:cNvCxnSpPr/>
            <p:nvPr/>
          </p:nvCxnSpPr>
          <p:spPr bwMode="auto">
            <a:xfrm>
              <a:off x="-6212" y="6686281"/>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4276024" name="Straight Connector 17"/>
            <p:cNvCxnSpPr/>
            <p:nvPr/>
          </p:nvCxnSpPr>
          <p:spPr bwMode="auto">
            <a:xfrm>
              <a:off x="0"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75774597" name="Straight Connector 18"/>
            <p:cNvCxnSpPr/>
            <p:nvPr/>
          </p:nvCxnSpPr>
          <p:spPr bwMode="auto">
            <a:xfrm>
              <a:off x="11993256"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0819940" name="Straight Connector 19"/>
            <p:cNvCxnSpPr/>
            <p:nvPr/>
          </p:nvCxnSpPr>
          <p:spPr bwMode="auto">
            <a:xfrm>
              <a:off x="192528"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4092411" name="Straight Connector 20"/>
            <p:cNvCxnSpPr/>
            <p:nvPr/>
          </p:nvCxnSpPr>
          <p:spPr bwMode="auto">
            <a:xfrm>
              <a:off x="1191964"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4027110" name="Straight Connector 21"/>
            <p:cNvCxnSpPr/>
            <p:nvPr/>
          </p:nvCxnSpPr>
          <p:spPr bwMode="auto">
            <a:xfrm>
              <a:off x="2191402"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78362864" name="Straight Connector 22"/>
            <p:cNvCxnSpPr/>
            <p:nvPr/>
          </p:nvCxnSpPr>
          <p:spPr bwMode="auto">
            <a:xfrm>
              <a:off x="3190842"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99475434" name="Straight Connector 23"/>
            <p:cNvCxnSpPr/>
            <p:nvPr/>
          </p:nvCxnSpPr>
          <p:spPr bwMode="auto">
            <a:xfrm>
              <a:off x="4190278"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11153766" name="Straight Connector 24"/>
            <p:cNvCxnSpPr/>
            <p:nvPr/>
          </p:nvCxnSpPr>
          <p:spPr bwMode="auto">
            <a:xfrm>
              <a:off x="5189716"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9772092" name="Straight Connector 25"/>
            <p:cNvCxnSpPr/>
            <p:nvPr/>
          </p:nvCxnSpPr>
          <p:spPr bwMode="auto">
            <a:xfrm>
              <a:off x="6189156"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54916563" name="Straight Connector 26"/>
            <p:cNvCxnSpPr/>
            <p:nvPr/>
          </p:nvCxnSpPr>
          <p:spPr bwMode="auto">
            <a:xfrm>
              <a:off x="7188592"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5371993" name="Straight Connector 27"/>
            <p:cNvCxnSpPr/>
            <p:nvPr/>
          </p:nvCxnSpPr>
          <p:spPr bwMode="auto">
            <a:xfrm>
              <a:off x="8188030"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9431488" name="Straight Connector 28"/>
            <p:cNvCxnSpPr/>
            <p:nvPr/>
          </p:nvCxnSpPr>
          <p:spPr bwMode="auto">
            <a:xfrm>
              <a:off x="9187470"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6767113" name="Straight Connector 29"/>
            <p:cNvCxnSpPr/>
            <p:nvPr/>
          </p:nvCxnSpPr>
          <p:spPr bwMode="auto">
            <a:xfrm>
              <a:off x="10186906"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57558408" name="Straight Connector 30"/>
            <p:cNvCxnSpPr/>
            <p:nvPr/>
          </p:nvCxnSpPr>
          <p:spPr bwMode="auto">
            <a:xfrm>
              <a:off x="11186344"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7904212" name="Straight Connector 31"/>
            <p:cNvCxnSpPr/>
            <p:nvPr/>
          </p:nvCxnSpPr>
          <p:spPr bwMode="auto">
            <a:xfrm>
              <a:off x="12185784" y="0"/>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1847873" name="Straight Connector 32"/>
            <p:cNvCxnSpPr/>
            <p:nvPr/>
          </p:nvCxnSpPr>
          <p:spPr bwMode="auto">
            <a:xfrm>
              <a:off x="0" y="171714"/>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50765543" name="Straight Connector 33"/>
            <p:cNvCxnSpPr/>
            <p:nvPr/>
          </p:nvCxnSpPr>
          <p:spPr bwMode="auto">
            <a:xfrm>
              <a:off x="0" y="728904"/>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25795255" name="Straight Connector 34"/>
            <p:cNvCxnSpPr/>
            <p:nvPr/>
          </p:nvCxnSpPr>
          <p:spPr bwMode="auto">
            <a:xfrm>
              <a:off x="0" y="1286094"/>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3951498" name="Straight Connector 35"/>
            <p:cNvCxnSpPr/>
            <p:nvPr/>
          </p:nvCxnSpPr>
          <p:spPr bwMode="auto">
            <a:xfrm>
              <a:off x="0" y="1843284"/>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93337186" name="Straight Connector 36"/>
            <p:cNvCxnSpPr/>
            <p:nvPr/>
          </p:nvCxnSpPr>
          <p:spPr bwMode="auto">
            <a:xfrm>
              <a:off x="0" y="2400474"/>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97037949" name="Straight Connector 37"/>
            <p:cNvCxnSpPr/>
            <p:nvPr/>
          </p:nvCxnSpPr>
          <p:spPr bwMode="auto">
            <a:xfrm>
              <a:off x="0" y="2957664"/>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4293243" name="Straight Connector 38"/>
            <p:cNvCxnSpPr/>
            <p:nvPr/>
          </p:nvCxnSpPr>
          <p:spPr bwMode="auto">
            <a:xfrm>
              <a:off x="0" y="3514854"/>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6566691" name="Straight Connector 39"/>
            <p:cNvCxnSpPr/>
            <p:nvPr/>
          </p:nvCxnSpPr>
          <p:spPr bwMode="auto">
            <a:xfrm>
              <a:off x="0" y="4072044"/>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4968612" name="Straight Connector 40"/>
            <p:cNvCxnSpPr/>
            <p:nvPr/>
          </p:nvCxnSpPr>
          <p:spPr bwMode="auto">
            <a:xfrm>
              <a:off x="0" y="4629234"/>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53606372" name="Straight Connector 41"/>
            <p:cNvCxnSpPr/>
            <p:nvPr/>
          </p:nvCxnSpPr>
          <p:spPr bwMode="auto">
            <a:xfrm>
              <a:off x="0" y="5186424"/>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27323616" name="Straight Connector 42"/>
            <p:cNvCxnSpPr/>
            <p:nvPr/>
          </p:nvCxnSpPr>
          <p:spPr bwMode="auto">
            <a:xfrm>
              <a:off x="0" y="5743614"/>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24154752" name="Straight Connector 43"/>
            <p:cNvCxnSpPr/>
            <p:nvPr/>
          </p:nvCxnSpPr>
          <p:spPr bwMode="auto">
            <a:xfrm>
              <a:off x="0" y="6857997"/>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4256416" name="Straight Connector 44"/>
            <p:cNvCxnSpPr/>
            <p:nvPr/>
          </p:nvCxnSpPr>
          <p:spPr bwMode="auto">
            <a:xfrm>
              <a:off x="16611" y="6248398"/>
              <a:ext cx="12191998"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1610199326" name="Title 1"/>
          <p:cNvSpPr>
            <a:spLocks noGrp="1"/>
          </p:cNvSpPr>
          <p:nvPr>
            <p:ph type="title"/>
          </p:nvPr>
        </p:nvSpPr>
        <p:spPr bwMode="auto"/>
        <p:txBody>
          <a:bodyPr/>
          <a:lstStyle/>
          <a:p>
            <a:pPr>
              <a:defRPr/>
            </a:pPr>
            <a:r>
              <a:rPr sz="5400">
                <a:solidFill>
                  <a:schemeClr val="tx1"/>
                </a:solidFill>
                <a:latin typeface="MADE Evolve Sans EVO"/>
                <a:ea typeface="MADE Evolve Sans EVO"/>
                <a:cs typeface="MADE Evolve Sans EVO"/>
              </a:rPr>
              <a:t>Output</a:t>
            </a:r>
            <a:endParaRPr sz="5400">
              <a:solidFill>
                <a:schemeClr val="tx1"/>
              </a:solidFill>
              <a:latin typeface="MADE Evolve Sans EVO"/>
              <a:cs typeface="MADE Evolve Sans EVO"/>
            </a:endParaRPr>
          </a:p>
        </p:txBody>
      </p:sp>
      <p:pic>
        <p:nvPicPr>
          <p:cNvPr id="2061477493" name=""/>
          <p:cNvPicPr>
            <a:picLocks noChangeAspect="1"/>
          </p:cNvPicPr>
          <p:nvPr>
            <p:ph idx="1"/>
          </p:nvPr>
        </p:nvPicPr>
        <p:blipFill rotWithShape="1">
          <a:blip r:embed="rId4"/>
          <a:stretch/>
        </p:blipFill>
        <p:spPr bwMode="auto">
          <a:xfrm rot="0" flipH="0" flipV="0">
            <a:off x="860875" y="1485464"/>
            <a:ext cx="10094748" cy="494390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chemeClr val="bg1"/>
        </a:solidFill>
      </p:bgPr>
    </p:bg>
    <p:spTree>
      <p:nvGrpSpPr>
        <p:cNvPr id="1" name=""/>
        <p:cNvGrpSpPr/>
        <p:nvPr/>
      </p:nvGrpSpPr>
      <p:grpSpPr bwMode="auto">
        <a:xfrm>
          <a:off x="0" y="0"/>
          <a:ext cx="0" cy="0"/>
          <a:chOff x="0" y="0"/>
          <a:chExt cx="0" cy="0"/>
        </a:xfrm>
      </p:grpSpPr>
      <p:sp useBgFill="1">
        <p:nvSpPr>
          <p:cNvPr id="1830101324" name="Rectangle 7"/>
          <p:cNvSpPr>
            <a:spLocks noAdjustHandles="1" noChangeArrowheads="1" noChangeAspect="1" noChangeShapeType="1" noEditPoints="1" noGrp="1" noMove="1" noResize="1" noRot="1" noTextEdit="1"/>
          </p:cNvSpPr>
          <p:nvPr/>
        </p:nvSpPr>
        <p:spPr bwMode="auto">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schemeClr val="bg1"/>
              </a:solidFill>
            </a:endParaRPr>
          </a:p>
        </p:txBody>
      </p:sp>
      <p:sp>
        <p:nvSpPr>
          <p:cNvPr id="479777228" name="Freeform: Shape 11"/>
          <p:cNvSpPr>
            <a:spLocks noAdjustHandles="1" noChangeArrowheads="1" noChangeAspect="1" noChangeShapeType="1" noEditPoints="1" noGrp="1" noMove="1" noResize="1" noRot="1" noTextEdit="1"/>
          </p:cNvSpPr>
          <p:nvPr/>
        </p:nvSpPr>
        <p:spPr bwMode="auto">
          <a:xfrm rot="10800000">
            <a:off x="2750" y="1"/>
            <a:ext cx="12188952" cy="2452880"/>
          </a:xfrm>
          <a:custGeom>
            <a:avLst/>
            <a:gdLst>
              <a:gd name="connsiteX0" fmla="*/ 8951169 w 12178450"/>
              <a:gd name="connsiteY0" fmla="*/ 32 h 2001622"/>
              <a:gd name="connsiteX1" fmla="*/ 11653845 w 12178450"/>
              <a:gd name="connsiteY1" fmla="*/ 209874 h 2001622"/>
              <a:gd name="connsiteX2" fmla="*/ 12178450 w 12178450"/>
              <a:gd name="connsiteY2" fmla="*/ 286723 h 2001622"/>
              <a:gd name="connsiteX3" fmla="*/ 12178450 w 12178450"/>
              <a:gd name="connsiteY3" fmla="*/ 2001622 h 2001622"/>
              <a:gd name="connsiteX4" fmla="*/ 0 w 12178450"/>
              <a:gd name="connsiteY4" fmla="*/ 2001622 h 2001622"/>
              <a:gd name="connsiteX5" fmla="*/ 0 w 12178450"/>
              <a:gd name="connsiteY5" fmla="*/ 1010979 h 2001622"/>
              <a:gd name="connsiteX6" fmla="*/ 8951169 w 12178450"/>
              <a:gd name="connsiteY6" fmla="*/ 32 h 2001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78450" h="2001622" fill="norm" stroke="1" extrusionOk="0">
                <a:moveTo>
                  <a:pt x="8951169" y="32"/>
                </a:moveTo>
                <a:cubicBezTo>
                  <a:pt x="9704520" y="1593"/>
                  <a:pt x="10578586" y="62133"/>
                  <a:pt x="11653845" y="209874"/>
                </a:cubicBezTo>
                <a:lnTo>
                  <a:pt x="12178450" y="286723"/>
                </a:lnTo>
                <a:lnTo>
                  <a:pt x="12178450" y="2001622"/>
                </a:lnTo>
                <a:lnTo>
                  <a:pt x="0" y="2001622"/>
                </a:lnTo>
                <a:lnTo>
                  <a:pt x="0" y="1010979"/>
                </a:lnTo>
                <a:cubicBezTo>
                  <a:pt x="4768989" y="1010979"/>
                  <a:pt x="5812206" y="-6472"/>
                  <a:pt x="8951169" y="32"/>
                </a:cubicBezTo>
                <a:close/>
              </a:path>
            </a:pathLst>
          </a:custGeom>
          <a:solidFill>
            <a:schemeClr val="accent5">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lang="en-US">
              <a:solidFill>
                <a:schemeClr val="bg1"/>
              </a:solidFill>
            </a:endParaRPr>
          </a:p>
        </p:txBody>
      </p:sp>
      <p:sp>
        <p:nvSpPr>
          <p:cNvPr id="950321307" name="Right Triangle 13"/>
          <p:cNvSpPr>
            <a:spLocks noAdjustHandles="1" noChangeArrowheads="1" noChangeAspect="1" noChangeShapeType="1" noEditPoints="1" noGrp="1" noMove="1" noResize="1" noRot="1" noTextEdit="1"/>
          </p:cNvSpPr>
          <p:nvPr/>
        </p:nvSpPr>
        <p:spPr bwMode="auto">
          <a:xfrm rot="13500000">
            <a:off x="-265270" y="4918297"/>
            <a:ext cx="568289" cy="568289"/>
          </a:xfrm>
          <a:prstGeom prst="rtTriangle">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nvGrpSpPr>
          <p:cNvPr id="1873370357" name="Group 15"/>
          <p:cNvGrpSpPr>
            <a:grpSpLocks noChangeAspect="1" noGrp="1" noMove="1" noResize="1" noRot="1" noUngrp="1"/>
          </p:cNvGrpSpPr>
          <p:nvPr/>
        </p:nvGrpSpPr>
        <p:grpSpPr bwMode="auto">
          <a:xfrm>
            <a:off x="-6214" y="-1"/>
            <a:ext cx="12214827" cy="6858000"/>
            <a:chOff x="-6214" y="-1"/>
            <a:chExt cx="12214827" cy="6858000"/>
          </a:xfrm>
        </p:grpSpPr>
        <p:cxnSp>
          <p:nvCxnSpPr>
            <p:cNvPr id="17" name="Straight Connector 16"/>
            <p:cNvCxnSpPr/>
            <p:nvPr/>
          </p:nvCxnSpPr>
          <p:spPr bwMode="auto">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auto">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auto">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auto">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auto">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auto">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auto">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auto">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auto">
            <a:xfrm>
              <a:off x="5189717"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auto">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auto">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auto">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auto">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auto">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auto">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auto">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auto">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auto">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auto">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auto">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auto">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auto">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auto">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auto">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auto">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auto">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auto">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auto">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auto">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1682535841" name="Subtitle 2"/>
          <p:cNvSpPr>
            <a:spLocks noGrp="1"/>
          </p:cNvSpPr>
          <p:nvPr/>
        </p:nvSpPr>
        <p:spPr bwMode="auto">
          <a:xfrm>
            <a:off x="2732625" y="2223945"/>
            <a:ext cx="6742267" cy="2574919"/>
          </a:xfrm>
          <a:prstGeom prst="rect">
            <a:avLst/>
          </a:prstGeom>
        </p:spPr>
        <p:txBody>
          <a:bodyPr vert="horz" lIns="91440" tIns="45720" rIns="91440" bIns="45720" rtlCol="0" anchor="ctr">
            <a:normAutofit/>
          </a:bodyPr>
          <a:lstStyle>
            <a:lvl1pPr marL="0" indent="0" algn="ctr" defTabSz="914400" rtl="0">
              <a:lnSpc>
                <a:spcPct val="110000"/>
              </a:lnSpc>
              <a:spcBef>
                <a:spcPts val="1000"/>
              </a:spcBef>
              <a:buClr>
                <a:schemeClr val="bg1"/>
              </a:buClr>
              <a:buSzPct val="75000"/>
              <a:buFont typeface="Arial"/>
              <a:buNone/>
              <a:defRPr sz="2400">
                <a:solidFill>
                  <a:srgbClr val="FFFFFF"/>
                </a:solidFill>
                <a:latin typeface="+mn-lt"/>
                <a:ea typeface="+mn-ea"/>
                <a:cs typeface="+mn-cs"/>
              </a:defRPr>
            </a:lvl1pPr>
            <a:lvl2pPr marL="457200" indent="0" algn="ctr" defTabSz="914400" rtl="0">
              <a:lnSpc>
                <a:spcPct val="110000"/>
              </a:lnSpc>
              <a:spcBef>
                <a:spcPts val="500"/>
              </a:spcBef>
              <a:buClr>
                <a:schemeClr val="bg1"/>
              </a:buClr>
              <a:buSzPct val="75000"/>
              <a:buFont typeface="Arial"/>
              <a:buNone/>
              <a:defRPr sz="2000">
                <a:solidFill>
                  <a:srgbClr val="FFFFFF"/>
                </a:solidFill>
                <a:latin typeface="+mn-lt"/>
                <a:ea typeface="+mn-ea"/>
                <a:cs typeface="+mn-cs"/>
              </a:defRPr>
            </a:lvl2pPr>
            <a:lvl3pPr marL="914400" indent="0" algn="ctr" defTabSz="914400" rtl="0">
              <a:lnSpc>
                <a:spcPct val="110000"/>
              </a:lnSpc>
              <a:spcBef>
                <a:spcPts val="500"/>
              </a:spcBef>
              <a:buClr>
                <a:schemeClr val="bg1"/>
              </a:buClr>
              <a:buSzPct val="75000"/>
              <a:buFont typeface="Arial"/>
              <a:buNone/>
              <a:defRPr sz="1800">
                <a:solidFill>
                  <a:srgbClr val="FFFFFF"/>
                </a:solidFill>
                <a:latin typeface="+mn-lt"/>
                <a:ea typeface="+mn-ea"/>
                <a:cs typeface="+mn-cs"/>
              </a:defRPr>
            </a:lvl3pPr>
            <a:lvl4pPr marL="1371600" indent="0" algn="ctr" defTabSz="914400" rtl="0">
              <a:lnSpc>
                <a:spcPct val="110000"/>
              </a:lnSpc>
              <a:spcBef>
                <a:spcPts val="500"/>
              </a:spcBef>
              <a:buClr>
                <a:schemeClr val="bg1"/>
              </a:buClr>
              <a:buSzPct val="75000"/>
              <a:buFont typeface="Arial"/>
              <a:buNone/>
              <a:defRPr sz="1600">
                <a:solidFill>
                  <a:srgbClr val="FFFFFF"/>
                </a:solidFill>
                <a:latin typeface="+mn-lt"/>
                <a:ea typeface="+mn-ea"/>
                <a:cs typeface="+mn-cs"/>
              </a:defRPr>
            </a:lvl4pPr>
            <a:lvl5pPr marL="1828800" indent="0" algn="ctr" defTabSz="914400" rtl="0">
              <a:lnSpc>
                <a:spcPct val="110000"/>
              </a:lnSpc>
              <a:spcBef>
                <a:spcPts val="500"/>
              </a:spcBef>
              <a:buClr>
                <a:schemeClr val="bg1"/>
              </a:buClr>
              <a:buSzPct val="75000"/>
              <a:buFont typeface="Arial"/>
              <a:buNone/>
              <a:defRPr sz="1600">
                <a:solidFill>
                  <a:srgbClr val="FFFFFF"/>
                </a:solidFill>
                <a:latin typeface="+mn-lt"/>
                <a:ea typeface="+mn-ea"/>
                <a:cs typeface="+mn-cs"/>
              </a:defRPr>
            </a:lvl5pPr>
            <a:lvl6pPr marL="2286000" indent="0" algn="ctr" defTabSz="914400" rtl="0">
              <a:lnSpc>
                <a:spcPct val="90000"/>
              </a:lnSpc>
              <a:spcBef>
                <a:spcPts val="500"/>
              </a:spcBef>
              <a:buFont typeface="Arial"/>
              <a:buNone/>
              <a:defRPr sz="1600">
                <a:solidFill>
                  <a:schemeClr val="tx1"/>
                </a:solidFill>
                <a:latin typeface="+mn-lt"/>
                <a:ea typeface="+mn-ea"/>
                <a:cs typeface="+mn-cs"/>
              </a:defRPr>
            </a:lvl6pPr>
            <a:lvl7pPr marL="2743200" indent="0" algn="ctr" defTabSz="914400" rtl="0">
              <a:lnSpc>
                <a:spcPct val="90000"/>
              </a:lnSpc>
              <a:spcBef>
                <a:spcPts val="500"/>
              </a:spcBef>
              <a:buFont typeface="Arial"/>
              <a:buNone/>
              <a:defRPr sz="1600">
                <a:solidFill>
                  <a:schemeClr val="tx1"/>
                </a:solidFill>
                <a:latin typeface="+mn-lt"/>
                <a:ea typeface="+mn-ea"/>
                <a:cs typeface="+mn-cs"/>
              </a:defRPr>
            </a:lvl7pPr>
            <a:lvl8pPr marL="3200400" indent="0" algn="ctr" defTabSz="914400" rtl="0">
              <a:lnSpc>
                <a:spcPct val="90000"/>
              </a:lnSpc>
              <a:spcBef>
                <a:spcPts val="500"/>
              </a:spcBef>
              <a:buFont typeface="Arial"/>
              <a:buNone/>
              <a:defRPr sz="1600">
                <a:solidFill>
                  <a:schemeClr val="tx1"/>
                </a:solidFill>
                <a:latin typeface="+mn-lt"/>
                <a:ea typeface="+mn-ea"/>
                <a:cs typeface="+mn-cs"/>
              </a:defRPr>
            </a:lvl8pPr>
            <a:lvl9pPr marL="3657600" indent="0" algn="ctr" defTabSz="914400" rtl="0">
              <a:lnSpc>
                <a:spcPct val="90000"/>
              </a:lnSpc>
              <a:spcBef>
                <a:spcPts val="500"/>
              </a:spcBef>
              <a:buFont typeface="Arial"/>
              <a:buNone/>
              <a:defRPr sz="1600">
                <a:solidFill>
                  <a:schemeClr val="tx1"/>
                </a:solidFill>
                <a:latin typeface="+mn-lt"/>
                <a:ea typeface="+mn-ea"/>
                <a:cs typeface="+mn-cs"/>
              </a:defRPr>
            </a:lvl9pPr>
          </a:lstStyle>
          <a:p>
            <a:pPr lvl="1" algn="l">
              <a:defRPr/>
            </a:pPr>
            <a:r>
              <a:rPr lang="en-US" sz="6800">
                <a:solidFill>
                  <a:schemeClr val="bg2">
                    <a:lumMod val="25000"/>
                  </a:schemeClr>
                </a:solidFill>
                <a:latin typeface="MADE Evolve Sans EVO"/>
                <a:ea typeface="MADE Evolve Sans EVO"/>
                <a:cs typeface="MADE Evolve Sans EVO"/>
              </a:rPr>
              <a:t>THANK YOU</a:t>
            </a:r>
            <a:endParaRPr sz="6800">
              <a:solidFill>
                <a:schemeClr val="bg2">
                  <a:lumMod val="25000"/>
                </a:schemeClr>
              </a:solidFill>
              <a:latin typeface="MADE Evolve Sans EVO"/>
              <a:cs typeface="MADE Evolve Sans EVO"/>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SineVTI">
  <a:themeElements>
    <a:clrScheme name="Custom 51">
      <a:dk1>
        <a:sysClr val="windowText" lastClr="000000"/>
      </a:dk1>
      <a:lt1>
        <a:sysClr val="window" lastClr="FFFFFF"/>
      </a:lt1>
      <a:dk2>
        <a:srgbClr val="12154E"/>
      </a:dk2>
      <a:lt2>
        <a:srgbClr val="EEEEEE"/>
      </a:lt2>
      <a:accent1>
        <a:srgbClr val="FD8686"/>
      </a:accent1>
      <a:accent2>
        <a:srgbClr val="B495C2"/>
      </a:accent2>
      <a:accent3>
        <a:srgbClr val="8F99BB"/>
      </a:accent3>
      <a:accent4>
        <a:srgbClr val="A3A3C1"/>
      </a:accent4>
      <a:accent5>
        <a:srgbClr val="7162FE"/>
      </a:accent5>
      <a:accent6>
        <a:srgbClr val="1EBE9B"/>
      </a:accent6>
      <a:hlink>
        <a:srgbClr val="EF08F7"/>
      </a:hlink>
      <a:folHlink>
        <a:srgbClr val="8477FE"/>
      </a:folHlink>
    </a:clrScheme>
    <a:fontScheme name="Custom 49">
      <a:majorFont>
        <a:latin typeface="Posterama"/>
        <a:ea typeface="Arial"/>
        <a:cs typeface="Arial"/>
      </a:majorFont>
      <a:minorFont>
        <a:latin typeface="Avenir Next LT Pro"/>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SineVTI">
  <a:themeElements>
    <a:clrScheme name="Custom 51">
      <a:dk1>
        <a:sysClr val="windowText" lastClr="000000"/>
      </a:dk1>
      <a:lt1>
        <a:sysClr val="window" lastClr="FFFFFF"/>
      </a:lt1>
      <a:dk2>
        <a:srgbClr val="12154E"/>
      </a:dk2>
      <a:lt2>
        <a:srgbClr val="EEEEEE"/>
      </a:lt2>
      <a:accent1>
        <a:srgbClr val="FD8686"/>
      </a:accent1>
      <a:accent2>
        <a:srgbClr val="B495C2"/>
      </a:accent2>
      <a:accent3>
        <a:srgbClr val="8F99BB"/>
      </a:accent3>
      <a:accent4>
        <a:srgbClr val="A3A3C1"/>
      </a:accent4>
      <a:accent5>
        <a:srgbClr val="7162FE"/>
      </a:accent5>
      <a:accent6>
        <a:srgbClr val="1EBE9B"/>
      </a:accent6>
      <a:hlink>
        <a:srgbClr val="EF08F7"/>
      </a:hlink>
      <a:folHlink>
        <a:srgbClr val="8477FE"/>
      </a:folHlink>
    </a:clrScheme>
    <a:fontScheme name="">
      <a:majorFont>
        <a:latin typeface="Posterama"/>
        <a:ea typeface="Arial"/>
        <a:cs typeface="Arial"/>
      </a:majorFont>
      <a:minorFont>
        <a:latin typeface="Avenir Next LT Pro"/>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ONLYOFFICE/9.1.0.173</Application>
  <PresentationFormat>On-screen Show (4:3)</PresentationFormat>
  <Paragraphs>0</Paragraphs>
  <Slides>12</Slides>
  <Notes>12</Notes>
  <HiddenSlides>0</HiddenSlides>
  <MMClips>2</MMClips>
  <ScaleCrop>0</ScaleCrop>
  <HeadingPairs>
    <vt:vector size="4" baseType="variant">
      <vt:variant>
        <vt:lpstr>Theme</vt:lpstr>
      </vt:variant>
      <vt:variant>
        <vt:i4>1</vt:i4>
      </vt:variant>
      <vt:variant>
        <vt:lpstr>Slide Titles</vt:lpstr>
      </vt:variant>
      <vt:variant>
        <vt:i4>12</vt:i4>
      </vt:variant>
    </vt:vector>
  </HeadingPairs>
  <TitlesOfParts>
    <vt:vector size="13"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481</cp:revision>
  <dcterms:created xsi:type="dcterms:W3CDTF">2025-08-28T08:42:56Z</dcterms:created>
  <dcterms:modified xsi:type="dcterms:W3CDTF">2025-11-06T08:32:30Z</dcterms:modified>
</cp:coreProperties>
</file>