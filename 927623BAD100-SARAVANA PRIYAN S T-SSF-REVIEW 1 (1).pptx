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7" r:id="rId1"/>
  </p:sldMasterIdLst>
  <p:sldIdLst>
    <p:sldId id="256" r:id="rId2"/>
    <p:sldId id="257" r:id="rId3"/>
    <p:sldId id="258" r:id="rId4"/>
    <p:sldId id="260" r:id="rId5"/>
    <p:sldId id="259" r:id="rId6"/>
    <p:sldId id="261"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6ECE4EB-4C12-B817-117F-2BA146BAD28A}" v="38" dt="2025-09-20T05:14:50.60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86" d="100"/>
          <a:sy n="86" d="100"/>
        </p:scale>
        <p:origin x="96" y="8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3B052-A59B-4AE3-A89A-E7748630C15B}"/>
              </a:ext>
            </a:extLst>
          </p:cNvPr>
          <p:cNvSpPr>
            <a:spLocks noGrp="1"/>
          </p:cNvSpPr>
          <p:nvPr>
            <p:ph type="ctrTitle"/>
          </p:nvPr>
        </p:nvSpPr>
        <p:spPr>
          <a:xfrm>
            <a:off x="1524000" y="1122363"/>
            <a:ext cx="9144000" cy="2387600"/>
          </a:xfrm>
        </p:spPr>
        <p:txBody>
          <a:bodyPr anchor="b"/>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FBDA9EC4-FEA9-41D2-BE8D-F709F01D375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E155CF-52F5-4879-B7F3-D05812AC4A6D}"/>
              </a:ext>
            </a:extLst>
          </p:cNvPr>
          <p:cNvSpPr>
            <a:spLocks noGrp="1"/>
          </p:cNvSpPr>
          <p:nvPr>
            <p:ph type="dt" sz="half" idx="10"/>
          </p:nvPr>
        </p:nvSpPr>
        <p:spPr/>
        <p:txBody>
          <a:bodyPr/>
          <a:lstStyle/>
          <a:p>
            <a:fld id="{073D55F9-11A3-4523-8F38-6BA37933791A}" type="datetime1">
              <a:rPr lang="en-US" smtClean="0"/>
              <a:t>9/19/2025</a:t>
            </a:fld>
            <a:endParaRPr lang="en-US"/>
          </a:p>
        </p:txBody>
      </p:sp>
      <p:sp>
        <p:nvSpPr>
          <p:cNvPr id="5" name="Footer Placeholder 4">
            <a:extLst>
              <a:ext uri="{FF2B5EF4-FFF2-40B4-BE49-F238E27FC236}">
                <a16:creationId xmlns:a16="http://schemas.microsoft.com/office/drawing/2014/main" id="{80D053AC-61ED-4C2F-90BF-D4A916545107}"/>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138B2ED7-A198-4613-B8C9-EE02BAE24FA4}"/>
              </a:ext>
            </a:extLst>
          </p:cNvPr>
          <p:cNvSpPr>
            <a:spLocks noGrp="1"/>
          </p:cNvSpPr>
          <p:nvPr>
            <p:ph type="sldNum" sz="quarter" idx="12"/>
          </p:nvPr>
        </p:nvSpPr>
        <p:spPr/>
        <p:txBody>
          <a:bodyPr/>
          <a:lstStyle/>
          <a:p>
            <a:fld id="{11A71338-8BA2-4C79-A6C5-5A8E30081D0C}" type="slidenum">
              <a:rPr lang="en-US" smtClean="0"/>
              <a:t>‹#›</a:t>
            </a:fld>
            <a:endParaRPr lang="en-US"/>
          </a:p>
        </p:txBody>
      </p:sp>
    </p:spTree>
    <p:extLst>
      <p:ext uri="{BB962C8B-B14F-4D97-AF65-F5344CB8AC3E}">
        <p14:creationId xmlns:p14="http://schemas.microsoft.com/office/powerpoint/2010/main" val="6117796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98991-AEF1-4F19-AAB8-436EAD58C282}"/>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D25B44F-E7DA-40C6-8B44-71EAB6BDFC98}"/>
              </a:ext>
            </a:extLst>
          </p:cNvPr>
          <p:cNvSpPr>
            <a:spLocks noGrp="1"/>
          </p:cNvSpPr>
          <p:nvPr>
            <p:ph idx="1"/>
          </p:nvPr>
        </p:nvSpPr>
        <p:spPr/>
        <p:txBody>
          <a:bodyPr/>
          <a:lstStyle>
            <a:lvl1pPr marL="228600" indent="-228600">
              <a:buFont typeface="Arial" panose="020B0604020202020204" pitchFamily="34" charset="0"/>
              <a:buChar char="•"/>
              <a:defRPr/>
            </a:lvl1pPr>
            <a:lvl2pPr marL="228600" indent="-228600">
              <a:buFont typeface="Arial" panose="020B0604020202020204" pitchFamily="34" charset="0"/>
              <a:buChar char="•"/>
              <a:defRPr/>
            </a:lvl2pPr>
            <a:lvl3pPr marL="228600" indent="-228600">
              <a:buFont typeface="Arial" panose="020B0604020202020204" pitchFamily="34" charset="0"/>
              <a:buChar char="•"/>
              <a:defRPr/>
            </a:lvl3pPr>
            <a:lvl4pPr marL="228600" indent="-228600">
              <a:buFont typeface="Arial" panose="020B0604020202020204" pitchFamily="34" charset="0"/>
              <a:buChar char="•"/>
              <a:defRPr/>
            </a:lvl4pPr>
            <a:lvl5pPr marL="228600" indent="-228600">
              <a:buFont typeface="Arial" panose="020B0604020202020204" pitchFamily="34" charset="0"/>
              <a:buChar cha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1F71817-A045-48C0-975B-CBEF88E9561E}"/>
              </a:ext>
            </a:extLst>
          </p:cNvPr>
          <p:cNvSpPr>
            <a:spLocks noGrp="1"/>
          </p:cNvSpPr>
          <p:nvPr>
            <p:ph type="dt" sz="half" idx="10"/>
          </p:nvPr>
        </p:nvSpPr>
        <p:spPr/>
        <p:txBody>
          <a:bodyPr/>
          <a:lstStyle/>
          <a:p>
            <a:fld id="{1CB9D56B-6EBE-4E5F-99D9-2A3DBDF37D0A}" type="datetime1">
              <a:rPr lang="en-US" smtClean="0"/>
              <a:t>9/19/2025</a:t>
            </a:fld>
            <a:endParaRPr lang="en-US"/>
          </a:p>
        </p:txBody>
      </p:sp>
      <p:sp>
        <p:nvSpPr>
          <p:cNvPr id="5" name="Footer Placeholder 4">
            <a:extLst>
              <a:ext uri="{FF2B5EF4-FFF2-40B4-BE49-F238E27FC236}">
                <a16:creationId xmlns:a16="http://schemas.microsoft.com/office/drawing/2014/main" id="{B61C39F0-32D4-407C-8BCA-97F2D9E500C9}"/>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99CF4459-37B2-4F87-B508-DB04D4332067}"/>
              </a:ext>
            </a:extLst>
          </p:cNvPr>
          <p:cNvSpPr>
            <a:spLocks noGrp="1"/>
          </p:cNvSpPr>
          <p:nvPr>
            <p:ph type="sldNum" sz="quarter" idx="12"/>
          </p:nvPr>
        </p:nvSpPr>
        <p:spPr/>
        <p:txBody>
          <a:bodyPr/>
          <a:lstStyle/>
          <a:p>
            <a:fld id="{11A71338-8BA2-4C79-A6C5-5A8E30081D0C}" type="slidenum">
              <a:rPr lang="en-US" smtClean="0"/>
              <a:t>‹#›</a:t>
            </a:fld>
            <a:endParaRPr lang="en-US"/>
          </a:p>
        </p:txBody>
      </p:sp>
    </p:spTree>
    <p:extLst>
      <p:ext uri="{BB962C8B-B14F-4D97-AF65-F5344CB8AC3E}">
        <p14:creationId xmlns:p14="http://schemas.microsoft.com/office/powerpoint/2010/main" val="17694818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CBBD03-9D57-48E9-8B43-688B72997276}"/>
              </a:ext>
            </a:extLst>
          </p:cNvPr>
          <p:cNvSpPr>
            <a:spLocks noGrp="1"/>
          </p:cNvSpPr>
          <p:nvPr>
            <p:ph type="title"/>
          </p:nvPr>
        </p:nvSpPr>
        <p:spPr>
          <a:xfrm>
            <a:off x="457200" y="1709738"/>
            <a:ext cx="10890250" cy="2852737"/>
          </a:xfrm>
        </p:spPr>
        <p:txBody>
          <a:bodyPr anchor="b"/>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783F376C-8A2F-4BE5-9669-4A6DA21B771A}"/>
              </a:ext>
            </a:extLst>
          </p:cNvPr>
          <p:cNvSpPr>
            <a:spLocks noGrp="1"/>
          </p:cNvSpPr>
          <p:nvPr>
            <p:ph type="body" idx="1"/>
          </p:nvPr>
        </p:nvSpPr>
        <p:spPr>
          <a:xfrm>
            <a:off x="457200" y="4589463"/>
            <a:ext cx="10890250" cy="1500187"/>
          </a:xfrm>
        </p:spPr>
        <p:txBody>
          <a:bodyPr/>
          <a:lstStyle>
            <a:lvl1pPr marL="0" indent="0">
              <a:buNone/>
              <a:defRPr sz="2400">
                <a:solidFill>
                  <a:srgbClr val="FFFFFF"/>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2654893-212E-4450-8F7A-27256B31F9FB}"/>
              </a:ext>
            </a:extLst>
          </p:cNvPr>
          <p:cNvSpPr>
            <a:spLocks noGrp="1"/>
          </p:cNvSpPr>
          <p:nvPr>
            <p:ph type="dt" sz="half" idx="10"/>
          </p:nvPr>
        </p:nvSpPr>
        <p:spPr/>
        <p:txBody>
          <a:bodyPr/>
          <a:lstStyle/>
          <a:p>
            <a:fld id="{8C33F3CA-C7E3-432D-9282-18F13836509A}" type="datetime1">
              <a:rPr lang="en-US" smtClean="0"/>
              <a:t>9/19/2025</a:t>
            </a:fld>
            <a:endParaRPr lang="en-US" dirty="0"/>
          </a:p>
        </p:txBody>
      </p:sp>
      <p:sp>
        <p:nvSpPr>
          <p:cNvPr id="5" name="Footer Placeholder 4">
            <a:extLst>
              <a:ext uri="{FF2B5EF4-FFF2-40B4-BE49-F238E27FC236}">
                <a16:creationId xmlns:a16="http://schemas.microsoft.com/office/drawing/2014/main" id="{600E881A-3958-44A9-9EDB-D86F4E4144C0}"/>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CFEDBC4F-D9B8-4BFA-BE4F-D4B9B739D1BA}"/>
              </a:ext>
            </a:extLst>
          </p:cNvPr>
          <p:cNvSpPr>
            <a:spLocks noGrp="1"/>
          </p:cNvSpPr>
          <p:nvPr>
            <p:ph type="sldNum" sz="quarter" idx="12"/>
          </p:nvPr>
        </p:nvSpPr>
        <p:spPr/>
        <p:txBody>
          <a:bodyPr/>
          <a:lstStyle/>
          <a:p>
            <a:fld id="{11A71338-8BA2-4C79-A6C5-5A8E30081D0C}" type="slidenum">
              <a:rPr lang="en-US" smtClean="0"/>
              <a:t>‹#›</a:t>
            </a:fld>
            <a:endParaRPr lang="en-US"/>
          </a:p>
        </p:txBody>
      </p:sp>
    </p:spTree>
    <p:extLst>
      <p:ext uri="{BB962C8B-B14F-4D97-AF65-F5344CB8AC3E}">
        <p14:creationId xmlns:p14="http://schemas.microsoft.com/office/powerpoint/2010/main" val="23910831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DC8777-C460-4649-8822-CA943386D06D}"/>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FDF69E6-1094-437B-AA7E-0E21B7136CCA}"/>
              </a:ext>
            </a:extLst>
          </p:cNvPr>
          <p:cNvSpPr>
            <a:spLocks noGrp="1"/>
          </p:cNvSpPr>
          <p:nvPr>
            <p:ph sz="half" idx="1"/>
          </p:nvPr>
        </p:nvSpPr>
        <p:spPr>
          <a:xfrm>
            <a:off x="457200" y="1825625"/>
            <a:ext cx="5562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C20BC963-4591-4BE3-AE63-4999A13C505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504D5BB-DB84-4266-9B4F-E65CCFE5B310}"/>
              </a:ext>
            </a:extLst>
          </p:cNvPr>
          <p:cNvSpPr>
            <a:spLocks noGrp="1"/>
          </p:cNvSpPr>
          <p:nvPr>
            <p:ph type="dt" sz="half" idx="10"/>
          </p:nvPr>
        </p:nvSpPr>
        <p:spPr/>
        <p:txBody>
          <a:bodyPr/>
          <a:lstStyle/>
          <a:p>
            <a:fld id="{75BE9C62-1337-40B8-BA50-E9F4861DB4BC}" type="datetime1">
              <a:rPr lang="en-US" smtClean="0"/>
              <a:t>9/19/2025</a:t>
            </a:fld>
            <a:endParaRPr lang="en-US"/>
          </a:p>
        </p:txBody>
      </p:sp>
      <p:sp>
        <p:nvSpPr>
          <p:cNvPr id="6" name="Footer Placeholder 5">
            <a:extLst>
              <a:ext uri="{FF2B5EF4-FFF2-40B4-BE49-F238E27FC236}">
                <a16:creationId xmlns:a16="http://schemas.microsoft.com/office/drawing/2014/main" id="{891A99B5-D493-4AB1-AF24-6660540D56AD}"/>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FE178D0-5F1E-43FA-B447-53501EDD17C0}"/>
              </a:ext>
            </a:extLst>
          </p:cNvPr>
          <p:cNvSpPr>
            <a:spLocks noGrp="1"/>
          </p:cNvSpPr>
          <p:nvPr>
            <p:ph type="sldNum" sz="quarter" idx="12"/>
          </p:nvPr>
        </p:nvSpPr>
        <p:spPr/>
        <p:txBody>
          <a:bodyPr/>
          <a:lstStyle/>
          <a:p>
            <a:fld id="{11A71338-8BA2-4C79-A6C5-5A8E30081D0C}" type="slidenum">
              <a:rPr lang="en-US" smtClean="0"/>
              <a:t>‹#›</a:t>
            </a:fld>
            <a:endParaRPr lang="en-US"/>
          </a:p>
        </p:txBody>
      </p:sp>
    </p:spTree>
    <p:extLst>
      <p:ext uri="{BB962C8B-B14F-4D97-AF65-F5344CB8AC3E}">
        <p14:creationId xmlns:p14="http://schemas.microsoft.com/office/powerpoint/2010/main" val="34445231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C85CC-8D2B-4219-A2A4-1625A02DFEC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6143C8-1CF7-440E-99A3-0527314598C6}"/>
              </a:ext>
            </a:extLst>
          </p:cNvPr>
          <p:cNvSpPr>
            <a:spLocks noGrp="1"/>
          </p:cNvSpPr>
          <p:nvPr>
            <p:ph type="body" idx="1"/>
          </p:nvPr>
        </p:nvSpPr>
        <p:spPr>
          <a:xfrm>
            <a:off x="839788" y="1820863"/>
            <a:ext cx="5157787" cy="1150937"/>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EEFF5CA-4662-4430-80C7-99CD7D66C9CF}"/>
              </a:ext>
            </a:extLst>
          </p:cNvPr>
          <p:cNvSpPr>
            <a:spLocks noGrp="1"/>
          </p:cNvSpPr>
          <p:nvPr>
            <p:ph sz="half" idx="2"/>
          </p:nvPr>
        </p:nvSpPr>
        <p:spPr>
          <a:xfrm>
            <a:off x="839788" y="3101975"/>
            <a:ext cx="5157787" cy="30876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76CB5B7-DC23-41CE-872B-E25BD64F84A5}"/>
              </a:ext>
            </a:extLst>
          </p:cNvPr>
          <p:cNvSpPr>
            <a:spLocks noGrp="1"/>
          </p:cNvSpPr>
          <p:nvPr>
            <p:ph type="body" sz="quarter" idx="3"/>
          </p:nvPr>
        </p:nvSpPr>
        <p:spPr>
          <a:xfrm>
            <a:off x="6172200" y="1820863"/>
            <a:ext cx="5183188" cy="1150937"/>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DF7633C-C24D-4947-979C-132B3AC405A8}"/>
              </a:ext>
            </a:extLst>
          </p:cNvPr>
          <p:cNvSpPr>
            <a:spLocks noGrp="1"/>
          </p:cNvSpPr>
          <p:nvPr>
            <p:ph sz="quarter" idx="4"/>
          </p:nvPr>
        </p:nvSpPr>
        <p:spPr>
          <a:xfrm>
            <a:off x="6172200" y="3101975"/>
            <a:ext cx="5183188" cy="30876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CE8A46E1-3934-4807-900F-CA7A4D8D66B3}"/>
              </a:ext>
            </a:extLst>
          </p:cNvPr>
          <p:cNvSpPr>
            <a:spLocks noGrp="1"/>
          </p:cNvSpPr>
          <p:nvPr>
            <p:ph type="dt" sz="half" idx="10"/>
          </p:nvPr>
        </p:nvSpPr>
        <p:spPr/>
        <p:txBody>
          <a:bodyPr/>
          <a:lstStyle/>
          <a:p>
            <a:fld id="{47C195EB-2DA3-4B24-8725-19BC22A7BE50}" type="datetime1">
              <a:rPr lang="en-US" smtClean="0"/>
              <a:t>9/19/2025</a:t>
            </a:fld>
            <a:endParaRPr lang="en-US"/>
          </a:p>
        </p:txBody>
      </p:sp>
      <p:sp>
        <p:nvSpPr>
          <p:cNvPr id="8" name="Footer Placeholder 7">
            <a:extLst>
              <a:ext uri="{FF2B5EF4-FFF2-40B4-BE49-F238E27FC236}">
                <a16:creationId xmlns:a16="http://schemas.microsoft.com/office/drawing/2014/main" id="{4BC9C6EA-1549-4601-8226-E5C43469CAFE}"/>
              </a:ext>
            </a:extLst>
          </p:cNvPr>
          <p:cNvSpPr>
            <a:spLocks noGrp="1"/>
          </p:cNvSpPr>
          <p:nvPr>
            <p:ph type="ftr" sz="quarter" idx="11"/>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F3658246-003D-4024-9F4B-BA3BD3FBFFBC}"/>
              </a:ext>
            </a:extLst>
          </p:cNvPr>
          <p:cNvSpPr>
            <a:spLocks noGrp="1"/>
          </p:cNvSpPr>
          <p:nvPr>
            <p:ph type="sldNum" sz="quarter" idx="12"/>
          </p:nvPr>
        </p:nvSpPr>
        <p:spPr/>
        <p:txBody>
          <a:bodyPr/>
          <a:lstStyle/>
          <a:p>
            <a:fld id="{11A71338-8BA2-4C79-A6C5-5A8E30081D0C}" type="slidenum">
              <a:rPr lang="en-US" smtClean="0"/>
              <a:t>‹#›</a:t>
            </a:fld>
            <a:endParaRPr lang="en-US"/>
          </a:p>
        </p:txBody>
      </p:sp>
    </p:spTree>
    <p:extLst>
      <p:ext uri="{BB962C8B-B14F-4D97-AF65-F5344CB8AC3E}">
        <p14:creationId xmlns:p14="http://schemas.microsoft.com/office/powerpoint/2010/main" val="16926221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B2DD4C-BFBC-4087-B94C-4DD0690E838E}"/>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BEB9D434-8228-4C7F-B520-14121EBC903B}"/>
              </a:ext>
            </a:extLst>
          </p:cNvPr>
          <p:cNvSpPr>
            <a:spLocks noGrp="1"/>
          </p:cNvSpPr>
          <p:nvPr>
            <p:ph type="dt" sz="half" idx="10"/>
          </p:nvPr>
        </p:nvSpPr>
        <p:spPr/>
        <p:txBody>
          <a:bodyPr/>
          <a:lstStyle/>
          <a:p>
            <a:fld id="{F4E237E6-0076-4915-A5A8-B7C11FA4F374}" type="datetime1">
              <a:rPr lang="en-US" smtClean="0"/>
              <a:t>9/19/2025</a:t>
            </a:fld>
            <a:endParaRPr lang="en-US"/>
          </a:p>
        </p:txBody>
      </p:sp>
      <p:sp>
        <p:nvSpPr>
          <p:cNvPr id="4" name="Footer Placeholder 3">
            <a:extLst>
              <a:ext uri="{FF2B5EF4-FFF2-40B4-BE49-F238E27FC236}">
                <a16:creationId xmlns:a16="http://schemas.microsoft.com/office/drawing/2014/main" id="{997B89BD-A70A-48D2-A3D9-DB2C0DB123B4}"/>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B4ACF4EF-5A2A-4A47-81DF-80CB513060F6}"/>
              </a:ext>
            </a:extLst>
          </p:cNvPr>
          <p:cNvSpPr>
            <a:spLocks noGrp="1"/>
          </p:cNvSpPr>
          <p:nvPr>
            <p:ph type="sldNum" sz="quarter" idx="12"/>
          </p:nvPr>
        </p:nvSpPr>
        <p:spPr/>
        <p:txBody>
          <a:bodyPr/>
          <a:lstStyle/>
          <a:p>
            <a:fld id="{11A71338-8BA2-4C79-A6C5-5A8E30081D0C}" type="slidenum">
              <a:rPr lang="en-US" smtClean="0"/>
              <a:t>‹#›</a:t>
            </a:fld>
            <a:endParaRPr lang="en-US"/>
          </a:p>
        </p:txBody>
      </p:sp>
    </p:spTree>
    <p:extLst>
      <p:ext uri="{BB962C8B-B14F-4D97-AF65-F5344CB8AC3E}">
        <p14:creationId xmlns:p14="http://schemas.microsoft.com/office/powerpoint/2010/main" val="39821947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18B9F00-8450-475B-B155-993BAF212AF6}"/>
              </a:ext>
            </a:extLst>
          </p:cNvPr>
          <p:cNvSpPr>
            <a:spLocks noGrp="1"/>
          </p:cNvSpPr>
          <p:nvPr>
            <p:ph type="dt" sz="half" idx="10"/>
          </p:nvPr>
        </p:nvSpPr>
        <p:spPr/>
        <p:txBody>
          <a:bodyPr/>
          <a:lstStyle/>
          <a:p>
            <a:fld id="{3505F58F-C0B5-422A-8E5A-6B99E5D80F0A}" type="datetime1">
              <a:rPr lang="en-US" smtClean="0"/>
              <a:t>9/19/2025</a:t>
            </a:fld>
            <a:endParaRPr lang="en-US"/>
          </a:p>
        </p:txBody>
      </p:sp>
      <p:sp>
        <p:nvSpPr>
          <p:cNvPr id="3" name="Footer Placeholder 2">
            <a:extLst>
              <a:ext uri="{FF2B5EF4-FFF2-40B4-BE49-F238E27FC236}">
                <a16:creationId xmlns:a16="http://schemas.microsoft.com/office/drawing/2014/main" id="{5C0FDDA3-8E6F-42F7-BFBE-7FA9C647CA4E}"/>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B6C8E678-81B8-4356-9624-A0B999536312}"/>
              </a:ext>
            </a:extLst>
          </p:cNvPr>
          <p:cNvSpPr>
            <a:spLocks noGrp="1"/>
          </p:cNvSpPr>
          <p:nvPr>
            <p:ph type="sldNum" sz="quarter" idx="12"/>
          </p:nvPr>
        </p:nvSpPr>
        <p:spPr/>
        <p:txBody>
          <a:bodyPr/>
          <a:lstStyle/>
          <a:p>
            <a:fld id="{11A71338-8BA2-4C79-A6C5-5A8E30081D0C}" type="slidenum">
              <a:rPr lang="en-US" smtClean="0"/>
              <a:t>‹#›</a:t>
            </a:fld>
            <a:endParaRPr lang="en-US"/>
          </a:p>
        </p:txBody>
      </p:sp>
    </p:spTree>
    <p:extLst>
      <p:ext uri="{BB962C8B-B14F-4D97-AF65-F5344CB8AC3E}">
        <p14:creationId xmlns:p14="http://schemas.microsoft.com/office/powerpoint/2010/main" val="836879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010DAA-DDE3-4C9C-8171-385A3DAC81CF}"/>
              </a:ext>
            </a:extLst>
          </p:cNvPr>
          <p:cNvSpPr>
            <a:spLocks noGrp="1"/>
          </p:cNvSpPr>
          <p:nvPr>
            <p:ph type="title"/>
          </p:nvPr>
        </p:nvSpPr>
        <p:spPr>
          <a:xfrm>
            <a:off x="839788" y="685800"/>
            <a:ext cx="3932237" cy="1981200"/>
          </a:xfrm>
        </p:spPr>
        <p:txBody>
          <a:bodyPr anchor="b"/>
          <a:lstStyle>
            <a:lvl1pPr>
              <a:defRPr sz="44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AF73DB2-BD72-4F5E-9CA2-197343A0908A}"/>
              </a:ext>
            </a:extLst>
          </p:cNvPr>
          <p:cNvSpPr>
            <a:spLocks noGrp="1"/>
          </p:cNvSpPr>
          <p:nvPr>
            <p:ph idx="1"/>
          </p:nvPr>
        </p:nvSpPr>
        <p:spPr>
          <a:xfrm>
            <a:off x="5183188" y="685801"/>
            <a:ext cx="6172200" cy="517525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71F01536-2B0A-42A2-827E-2EB2C324A5FE}"/>
              </a:ext>
            </a:extLst>
          </p:cNvPr>
          <p:cNvSpPr>
            <a:spLocks noGrp="1"/>
          </p:cNvSpPr>
          <p:nvPr>
            <p:ph type="body" sz="half" idx="2"/>
          </p:nvPr>
        </p:nvSpPr>
        <p:spPr>
          <a:xfrm>
            <a:off x="839788" y="2971800"/>
            <a:ext cx="3932237" cy="2897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722CD09-61EF-4733-831C-5B133DAE1F4C}"/>
              </a:ext>
            </a:extLst>
          </p:cNvPr>
          <p:cNvSpPr>
            <a:spLocks noGrp="1"/>
          </p:cNvSpPr>
          <p:nvPr>
            <p:ph type="dt" sz="half" idx="10"/>
          </p:nvPr>
        </p:nvSpPr>
        <p:spPr/>
        <p:txBody>
          <a:bodyPr/>
          <a:lstStyle/>
          <a:p>
            <a:fld id="{7565E655-9687-48DF-A33F-F8824CCCB5D1}" type="datetime1">
              <a:rPr lang="en-US" smtClean="0"/>
              <a:t>9/19/2025</a:t>
            </a:fld>
            <a:endParaRPr lang="en-US"/>
          </a:p>
        </p:txBody>
      </p:sp>
      <p:sp>
        <p:nvSpPr>
          <p:cNvPr id="6" name="Footer Placeholder 5">
            <a:extLst>
              <a:ext uri="{FF2B5EF4-FFF2-40B4-BE49-F238E27FC236}">
                <a16:creationId xmlns:a16="http://schemas.microsoft.com/office/drawing/2014/main" id="{5B109FCF-96E4-4EBF-AAFB-5E9AD22A68AE}"/>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79E381A6-E580-49A4-989C-EF4A54F83B45}"/>
              </a:ext>
            </a:extLst>
          </p:cNvPr>
          <p:cNvSpPr>
            <a:spLocks noGrp="1"/>
          </p:cNvSpPr>
          <p:nvPr>
            <p:ph type="sldNum" sz="quarter" idx="12"/>
          </p:nvPr>
        </p:nvSpPr>
        <p:spPr/>
        <p:txBody>
          <a:bodyPr/>
          <a:lstStyle/>
          <a:p>
            <a:fld id="{11A71338-8BA2-4C79-A6C5-5A8E30081D0C}" type="slidenum">
              <a:rPr lang="en-US" smtClean="0"/>
              <a:t>‹#›</a:t>
            </a:fld>
            <a:endParaRPr lang="en-US"/>
          </a:p>
        </p:txBody>
      </p:sp>
    </p:spTree>
    <p:extLst>
      <p:ext uri="{BB962C8B-B14F-4D97-AF65-F5344CB8AC3E}">
        <p14:creationId xmlns:p14="http://schemas.microsoft.com/office/powerpoint/2010/main" val="29340496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CFA6E-F719-4613-8815-591471E722E5}"/>
              </a:ext>
            </a:extLst>
          </p:cNvPr>
          <p:cNvSpPr>
            <a:spLocks noGrp="1"/>
          </p:cNvSpPr>
          <p:nvPr>
            <p:ph type="title"/>
          </p:nvPr>
        </p:nvSpPr>
        <p:spPr>
          <a:xfrm>
            <a:off x="839788" y="685800"/>
            <a:ext cx="3932237" cy="2209799"/>
          </a:xfrm>
        </p:spPr>
        <p:txBody>
          <a:bodyPr anchor="b"/>
          <a:lstStyle>
            <a:lvl1pPr>
              <a:defRPr sz="44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654384F3-CDE0-4329-B76D-45AAC94B04A8}"/>
              </a:ext>
            </a:extLst>
          </p:cNvPr>
          <p:cNvSpPr>
            <a:spLocks noGrp="1"/>
          </p:cNvSpPr>
          <p:nvPr>
            <p:ph type="pic" idx="1"/>
          </p:nvPr>
        </p:nvSpPr>
        <p:spPr>
          <a:xfrm>
            <a:off x="5183188" y="685801"/>
            <a:ext cx="6172200" cy="5175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79A9D7EB-40DA-460F-A48A-3E6D5E5612E7}"/>
              </a:ext>
            </a:extLst>
          </p:cNvPr>
          <p:cNvSpPr>
            <a:spLocks noGrp="1"/>
          </p:cNvSpPr>
          <p:nvPr>
            <p:ph type="body" sz="half" idx="2"/>
          </p:nvPr>
        </p:nvSpPr>
        <p:spPr>
          <a:xfrm>
            <a:off x="839788" y="2971800"/>
            <a:ext cx="3932237" cy="2897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E56944C-E229-457E-868E-C48FF47DA37A}"/>
              </a:ext>
            </a:extLst>
          </p:cNvPr>
          <p:cNvSpPr>
            <a:spLocks noGrp="1"/>
          </p:cNvSpPr>
          <p:nvPr>
            <p:ph type="dt" sz="half" idx="10"/>
          </p:nvPr>
        </p:nvSpPr>
        <p:spPr/>
        <p:txBody>
          <a:bodyPr/>
          <a:lstStyle/>
          <a:p>
            <a:fld id="{B97FD56A-AAB8-4544-A495-D0645413C9E3}" type="datetime1">
              <a:rPr lang="en-US" smtClean="0"/>
              <a:t>9/19/2025</a:t>
            </a:fld>
            <a:endParaRPr lang="en-US"/>
          </a:p>
        </p:txBody>
      </p:sp>
      <p:sp>
        <p:nvSpPr>
          <p:cNvPr id="6" name="Footer Placeholder 5">
            <a:extLst>
              <a:ext uri="{FF2B5EF4-FFF2-40B4-BE49-F238E27FC236}">
                <a16:creationId xmlns:a16="http://schemas.microsoft.com/office/drawing/2014/main" id="{CC7115FE-359F-46EA-A3C8-0D18544E34AD}"/>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5165D17-3010-4FF5-9071-5CCD3E6995D6}"/>
              </a:ext>
            </a:extLst>
          </p:cNvPr>
          <p:cNvSpPr>
            <a:spLocks noGrp="1"/>
          </p:cNvSpPr>
          <p:nvPr>
            <p:ph type="sldNum" sz="quarter" idx="12"/>
          </p:nvPr>
        </p:nvSpPr>
        <p:spPr/>
        <p:txBody>
          <a:bodyPr/>
          <a:lstStyle/>
          <a:p>
            <a:fld id="{11A71338-8BA2-4C79-A6C5-5A8E30081D0C}" type="slidenum">
              <a:rPr lang="en-US" smtClean="0"/>
              <a:t>‹#›</a:t>
            </a:fld>
            <a:endParaRPr lang="en-US"/>
          </a:p>
        </p:txBody>
      </p:sp>
    </p:spTree>
    <p:extLst>
      <p:ext uri="{BB962C8B-B14F-4D97-AF65-F5344CB8AC3E}">
        <p14:creationId xmlns:p14="http://schemas.microsoft.com/office/powerpoint/2010/main" val="18704781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B47DD-81F8-4128-9E50-04A9F2D3DC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56564D1-2B83-4C0F-ACBA-E91472C50A3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96FA1D7D-D2EC-4ADB-9C65-191DEC82DDF4}"/>
              </a:ext>
            </a:extLst>
          </p:cNvPr>
          <p:cNvSpPr>
            <a:spLocks noGrp="1"/>
          </p:cNvSpPr>
          <p:nvPr>
            <p:ph type="dt" sz="half" idx="10"/>
          </p:nvPr>
        </p:nvSpPr>
        <p:spPr/>
        <p:txBody>
          <a:bodyPr/>
          <a:lstStyle/>
          <a:p>
            <a:fld id="{0B4E757A-3EC2-4683-9080-1A460C37C843}" type="datetime1">
              <a:rPr lang="en-US" smtClean="0"/>
              <a:t>9/19/2025</a:t>
            </a:fld>
            <a:endParaRPr lang="en-US"/>
          </a:p>
        </p:txBody>
      </p:sp>
      <p:sp>
        <p:nvSpPr>
          <p:cNvPr id="5" name="Footer Placeholder 4">
            <a:extLst>
              <a:ext uri="{FF2B5EF4-FFF2-40B4-BE49-F238E27FC236}">
                <a16:creationId xmlns:a16="http://schemas.microsoft.com/office/drawing/2014/main" id="{534CB571-86F9-474A-826A-75CC21C8832B}"/>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A1384F5F-50E6-4BB9-B848-EE2302C02ABE}"/>
              </a:ext>
            </a:extLst>
          </p:cNvPr>
          <p:cNvSpPr>
            <a:spLocks noGrp="1"/>
          </p:cNvSpPr>
          <p:nvPr>
            <p:ph type="sldNum" sz="quarter" idx="12"/>
          </p:nvPr>
        </p:nvSpPr>
        <p:spPr/>
        <p:txBody>
          <a:bodyPr/>
          <a:lstStyle/>
          <a:p>
            <a:fld id="{11A71338-8BA2-4C79-A6C5-5A8E30081D0C}" type="slidenum">
              <a:rPr lang="en-US" smtClean="0"/>
              <a:t>‹#›</a:t>
            </a:fld>
            <a:endParaRPr lang="en-US"/>
          </a:p>
        </p:txBody>
      </p:sp>
    </p:spTree>
    <p:extLst>
      <p:ext uri="{BB962C8B-B14F-4D97-AF65-F5344CB8AC3E}">
        <p14:creationId xmlns:p14="http://schemas.microsoft.com/office/powerpoint/2010/main" val="41549298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E3F08DF-1C0D-4F53-A3AB-95D7B55FA0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C0D3BBD-C494-4E94-B189-319802A93E3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63C0BD9-4BED-43D3-852F-B74B949A2287}"/>
              </a:ext>
            </a:extLst>
          </p:cNvPr>
          <p:cNvSpPr>
            <a:spLocks noGrp="1"/>
          </p:cNvSpPr>
          <p:nvPr>
            <p:ph type="dt" sz="half" idx="10"/>
          </p:nvPr>
        </p:nvSpPr>
        <p:spPr>
          <a:xfrm>
            <a:off x="523539" y="6324600"/>
            <a:ext cx="2560220" cy="365125"/>
          </a:xfrm>
        </p:spPr>
        <p:txBody>
          <a:bodyPr/>
          <a:lstStyle/>
          <a:p>
            <a:fld id="{5CC8096C-64ED-4153-A483-5C02E44AD5C3}" type="datetime1">
              <a:rPr lang="en-US" smtClean="0"/>
              <a:t>9/19/2025</a:t>
            </a:fld>
            <a:endParaRPr lang="en-US" dirty="0"/>
          </a:p>
        </p:txBody>
      </p:sp>
      <p:sp>
        <p:nvSpPr>
          <p:cNvPr id="5" name="Footer Placeholder 4">
            <a:extLst>
              <a:ext uri="{FF2B5EF4-FFF2-40B4-BE49-F238E27FC236}">
                <a16:creationId xmlns:a16="http://schemas.microsoft.com/office/drawing/2014/main" id="{BB7811DC-C725-4462-B622-DB96A8987673}"/>
              </a:ext>
            </a:extLst>
          </p:cNvPr>
          <p:cNvSpPr>
            <a:spLocks noGrp="1"/>
          </p:cNvSpPr>
          <p:nvPr>
            <p:ph type="ftr" sz="quarter" idx="11"/>
          </p:nvPr>
        </p:nvSpPr>
        <p:spPr>
          <a:xfrm>
            <a:off x="4267200" y="6319838"/>
            <a:ext cx="3982781" cy="365125"/>
          </a:xfrm>
        </p:spPr>
        <p:txBody>
          <a:bodyPr/>
          <a:lstStyle/>
          <a:p>
            <a:r>
              <a:rPr lang="en-US"/>
              <a:t>Sample Footer Text</a:t>
            </a:r>
          </a:p>
        </p:txBody>
      </p:sp>
      <p:sp>
        <p:nvSpPr>
          <p:cNvPr id="6" name="Slide Number Placeholder 5">
            <a:extLst>
              <a:ext uri="{FF2B5EF4-FFF2-40B4-BE49-F238E27FC236}">
                <a16:creationId xmlns:a16="http://schemas.microsoft.com/office/drawing/2014/main" id="{67C42D06-438F-4150-9238-E2FAEE5E28D9}"/>
              </a:ext>
            </a:extLst>
          </p:cNvPr>
          <p:cNvSpPr>
            <a:spLocks noGrp="1"/>
          </p:cNvSpPr>
          <p:nvPr>
            <p:ph type="sldNum" sz="quarter" idx="12"/>
          </p:nvPr>
        </p:nvSpPr>
        <p:spPr/>
        <p:txBody>
          <a:bodyPr/>
          <a:lstStyle/>
          <a:p>
            <a:fld id="{11A71338-8BA2-4C79-A6C5-5A8E30081D0C}" type="slidenum">
              <a:rPr lang="en-US" smtClean="0"/>
              <a:t>‹#›</a:t>
            </a:fld>
            <a:endParaRPr lang="en-US"/>
          </a:p>
        </p:txBody>
      </p:sp>
    </p:spTree>
    <p:extLst>
      <p:ext uri="{BB962C8B-B14F-4D97-AF65-F5344CB8AC3E}">
        <p14:creationId xmlns:p14="http://schemas.microsoft.com/office/powerpoint/2010/main" val="10884827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5" name="Rectangle 114">
            <a:extLst>
              <a:ext uri="{FF2B5EF4-FFF2-40B4-BE49-F238E27FC236}">
                <a16:creationId xmlns:a16="http://schemas.microsoft.com/office/drawing/2014/main" id="{A4798C7F-C8CA-4799-BF37-3AB4642CDB66}"/>
              </a:ext>
            </a:extLst>
          </p:cNvPr>
          <p:cNvSpPr/>
          <p:nvPr/>
        </p:nvSpPr>
        <p:spPr>
          <a:xfrm>
            <a:off x="0" y="0"/>
            <a:ext cx="12188952"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nvGrpSpPr>
          <p:cNvPr id="80" name="Group 79">
            <a:extLst>
              <a:ext uri="{FF2B5EF4-FFF2-40B4-BE49-F238E27FC236}">
                <a16:creationId xmlns:a16="http://schemas.microsoft.com/office/drawing/2014/main" id="{87F0794B-55D3-4D2D-BDE7-4688ED321E42}"/>
              </a:ext>
            </a:extLst>
          </p:cNvPr>
          <p:cNvGrpSpPr/>
          <p:nvPr/>
        </p:nvGrpSpPr>
        <p:grpSpPr>
          <a:xfrm>
            <a:off x="-11413" y="0"/>
            <a:ext cx="12214827" cy="6858000"/>
            <a:chOff x="-6214" y="-1"/>
            <a:chExt cx="12214827" cy="6858000"/>
          </a:xfrm>
        </p:grpSpPr>
        <p:cxnSp>
          <p:nvCxnSpPr>
            <p:cNvPr id="81" name="Straight Connector 80">
              <a:extLst>
                <a:ext uri="{FF2B5EF4-FFF2-40B4-BE49-F238E27FC236}">
                  <a16:creationId xmlns:a16="http://schemas.microsoft.com/office/drawing/2014/main" id="{BE4C795B-1813-4CC6-B03F-8DD130BEAABD}"/>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E0F4C04D-5CD8-446B-BE3D-257172E6E4CB}"/>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FDDC802E-606F-4F39-84B6-90DF0FE54461}"/>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2C5B0C75-0136-4A39-9AB6-0F02C4527810}"/>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C5ED2B52-3D40-46DE-8B54-99A4071578D8}"/>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18BCEC75-1B6B-45B2-8041-8D933FCF60F5}"/>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6A2FC789-056A-43CC-807E-4262CDC3E0F5}"/>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48C32FD3-76B0-40E7-89F2-E9C523210AF4}"/>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B82E9447-8362-426C-840A-B6F2231F7BCC}"/>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F141DC8-83CE-4C21-A5BA-E2FFF3D866EF}"/>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512A697C-ECBC-40A9-AC69-BF96A34B91AF}"/>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D2E988AF-5EFB-43D3-B93F-6E4F41A2C90B}"/>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6B312C1B-AAE2-4A6D-ACC7-ABAA75D42854}"/>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57B96146-61DA-44D6-A9DF-6DB41FCF2D80}"/>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B33F93D-4439-46EE-97C4-9CECAAFDCF60}"/>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914B275-A3D7-4BA4-B8CB-E7657100F3AD}"/>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BD26EF3B-FBE7-4D57-8E01-553F50734A68}"/>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6CC1E671-BA54-4B31-9A2E-8F50BC57A260}"/>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A836A704-3624-4ABF-9A67-0F52C2F3EFBF}"/>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5FDC385D-BA34-481F-A991-A776E0B19301}"/>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F1EF033A-D8FB-416B-AE51-4E098A27D68C}"/>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17C17B48-F458-4E9B-9331-56FCDC5B6AB2}"/>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07E44A4B-D453-46F0-A83D-AF0B33D5C59F}"/>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346BEA9F-314B-440D-AE8D-21E1252EC5A0}"/>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6" name="Straight Connector 105">
              <a:extLst>
                <a:ext uri="{FF2B5EF4-FFF2-40B4-BE49-F238E27FC236}">
                  <a16:creationId xmlns:a16="http://schemas.microsoft.com/office/drawing/2014/main" id="{F15EAFD0-4869-4612-ACDE-ABC703104E88}"/>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A0F26706-7F23-4FF0-9CAF-F3C4F47C119D}"/>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C0195A72-345A-4E88-8D71-14DB3D1B607D}"/>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0DBF51A6-A3BC-49FE-BB01-E8992811774E}"/>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A78DF911-744C-419B-83DC-39F270BBF41F}"/>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149" name="Freeform: Shape 148">
            <a:extLst>
              <a:ext uri="{FF2B5EF4-FFF2-40B4-BE49-F238E27FC236}">
                <a16:creationId xmlns:a16="http://schemas.microsoft.com/office/drawing/2014/main" id="{216BB147-20D5-4D93-BDA5-1BC614D6A4B2}"/>
              </a:ext>
            </a:extLst>
          </p:cNvPr>
          <p:cNvSpPr/>
          <p:nvPr/>
        </p:nvSpPr>
        <p:spPr>
          <a:xfrm>
            <a:off x="-6214" y="5014716"/>
            <a:ext cx="2800124" cy="1843284"/>
          </a:xfrm>
          <a:custGeom>
            <a:avLst/>
            <a:gdLst>
              <a:gd name="connsiteX0" fmla="*/ 375358 w 2800124"/>
              <a:gd name="connsiteY0" fmla="*/ 0 h 1843284"/>
              <a:gd name="connsiteX1" fmla="*/ 2781298 w 2800124"/>
              <a:gd name="connsiteY1" fmla="*/ 1770066 h 1843284"/>
              <a:gd name="connsiteX2" fmla="*/ 2800124 w 2800124"/>
              <a:gd name="connsiteY2" fmla="*/ 1843284 h 1843284"/>
              <a:gd name="connsiteX3" fmla="*/ 1987869 w 2800124"/>
              <a:gd name="connsiteY3" fmla="*/ 1843284 h 1843284"/>
              <a:gd name="connsiteX4" fmla="*/ 1986195 w 2800124"/>
              <a:gd name="connsiteY4" fmla="*/ 1838711 h 1843284"/>
              <a:gd name="connsiteX5" fmla="*/ 375357 w 2800124"/>
              <a:gd name="connsiteY5" fmla="*/ 770976 h 1843284"/>
              <a:gd name="connsiteX6" fmla="*/ 23030 w 2800124"/>
              <a:gd name="connsiteY6" fmla="*/ 806494 h 1843284"/>
              <a:gd name="connsiteX7" fmla="*/ 0 w 2800124"/>
              <a:gd name="connsiteY7" fmla="*/ 812415 h 1843284"/>
              <a:gd name="connsiteX8" fmla="*/ 0 w 2800124"/>
              <a:gd name="connsiteY8" fmla="*/ 30983 h 1843284"/>
              <a:gd name="connsiteX9" fmla="*/ 117785 w 2800124"/>
              <a:gd name="connsiteY9" fmla="*/ 13007 h 1843284"/>
              <a:gd name="connsiteX10" fmla="*/ 375358 w 2800124"/>
              <a:gd name="connsiteY10" fmla="*/ 0 h 1843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800124" h="1843284">
                <a:moveTo>
                  <a:pt x="375358" y="0"/>
                </a:moveTo>
                <a:cubicBezTo>
                  <a:pt x="1505802" y="0"/>
                  <a:pt x="2462339" y="744579"/>
                  <a:pt x="2781298" y="1770066"/>
                </a:cubicBezTo>
                <a:lnTo>
                  <a:pt x="2800124" y="1843284"/>
                </a:lnTo>
                <a:lnTo>
                  <a:pt x="1987869" y="1843284"/>
                </a:lnTo>
                <a:lnTo>
                  <a:pt x="1986195" y="1838711"/>
                </a:lnTo>
                <a:cubicBezTo>
                  <a:pt x="1720801" y="1211248"/>
                  <a:pt x="1099494" y="770976"/>
                  <a:pt x="375357" y="770976"/>
                </a:cubicBezTo>
                <a:cubicBezTo>
                  <a:pt x="254668" y="770976"/>
                  <a:pt x="136835" y="783206"/>
                  <a:pt x="23030" y="806494"/>
                </a:cubicBezTo>
                <a:lnTo>
                  <a:pt x="0" y="812415"/>
                </a:lnTo>
                <a:lnTo>
                  <a:pt x="0" y="30983"/>
                </a:lnTo>
                <a:lnTo>
                  <a:pt x="117785" y="13007"/>
                </a:lnTo>
                <a:cubicBezTo>
                  <a:pt x="202473" y="4406"/>
                  <a:pt x="288401" y="0"/>
                  <a:pt x="375358" y="0"/>
                </a:cubicBezTo>
                <a:close/>
              </a:path>
            </a:pathLst>
          </a:custGeom>
          <a:solidFill>
            <a:schemeClr val="accent5">
              <a:lumMod val="75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solidFill>
                <a:schemeClr val="tx1"/>
              </a:solidFill>
            </a:endParaRPr>
          </a:p>
        </p:txBody>
      </p:sp>
      <p:sp>
        <p:nvSpPr>
          <p:cNvPr id="2" name="Title Placeholder 1">
            <a:extLst>
              <a:ext uri="{FF2B5EF4-FFF2-40B4-BE49-F238E27FC236}">
                <a16:creationId xmlns:a16="http://schemas.microsoft.com/office/drawing/2014/main" id="{41447F1F-BFA8-4A56-894B-40120132EE48}"/>
              </a:ext>
            </a:extLst>
          </p:cNvPr>
          <p:cNvSpPr>
            <a:spLocks noGrp="1"/>
          </p:cNvSpPr>
          <p:nvPr>
            <p:ph type="title"/>
          </p:nvPr>
        </p:nvSpPr>
        <p:spPr>
          <a:xfrm>
            <a:off x="457200" y="365125"/>
            <a:ext cx="10722932"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658FB99-0FA3-49F4-99A1-61919F942794}"/>
              </a:ext>
            </a:extLst>
          </p:cNvPr>
          <p:cNvSpPr>
            <a:spLocks noGrp="1"/>
          </p:cNvSpPr>
          <p:nvPr>
            <p:ph type="body" idx="1"/>
          </p:nvPr>
        </p:nvSpPr>
        <p:spPr>
          <a:xfrm>
            <a:off x="457200" y="1825625"/>
            <a:ext cx="10722932"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4CDCCAE5-4EB0-4174-BD15-4943899B0A29}"/>
              </a:ext>
            </a:extLst>
          </p:cNvPr>
          <p:cNvSpPr>
            <a:spLocks noGrp="1"/>
          </p:cNvSpPr>
          <p:nvPr>
            <p:ph type="dt" sz="half" idx="2"/>
          </p:nvPr>
        </p:nvSpPr>
        <p:spPr>
          <a:xfrm>
            <a:off x="457200" y="6324600"/>
            <a:ext cx="2560220" cy="365125"/>
          </a:xfrm>
          <a:prstGeom prst="rect">
            <a:avLst/>
          </a:prstGeom>
        </p:spPr>
        <p:txBody>
          <a:bodyPr vert="horz" lIns="91440" tIns="45720" rIns="91440" bIns="45720" rtlCol="0" anchor="ctr"/>
          <a:lstStyle>
            <a:lvl1pPr algn="l">
              <a:defRPr sz="900" cap="all" spc="150" baseline="0">
                <a:solidFill>
                  <a:srgbClr val="FFFFFF"/>
                </a:solidFill>
              </a:defRPr>
            </a:lvl1pPr>
          </a:lstStyle>
          <a:p>
            <a:fld id="{193BAB95-8DA7-460B-B00A-7037C8394FB0}" type="datetime1">
              <a:rPr lang="en-US" smtClean="0"/>
              <a:pPr/>
              <a:t>9/19/2025</a:t>
            </a:fld>
            <a:endParaRPr lang="en-US" dirty="0"/>
          </a:p>
        </p:txBody>
      </p:sp>
      <p:sp>
        <p:nvSpPr>
          <p:cNvPr id="5" name="Footer Placeholder 4">
            <a:extLst>
              <a:ext uri="{FF2B5EF4-FFF2-40B4-BE49-F238E27FC236}">
                <a16:creationId xmlns:a16="http://schemas.microsoft.com/office/drawing/2014/main" id="{26A4189E-43B2-4CEE-B13E-61A1FBBBD25D}"/>
              </a:ext>
            </a:extLst>
          </p:cNvPr>
          <p:cNvSpPr>
            <a:spLocks noGrp="1"/>
          </p:cNvSpPr>
          <p:nvPr>
            <p:ph type="ftr" sz="quarter" idx="3"/>
          </p:nvPr>
        </p:nvSpPr>
        <p:spPr>
          <a:xfrm>
            <a:off x="4200861" y="6319838"/>
            <a:ext cx="3982781" cy="365125"/>
          </a:xfrm>
          <a:prstGeom prst="rect">
            <a:avLst/>
          </a:prstGeom>
        </p:spPr>
        <p:txBody>
          <a:bodyPr vert="horz" lIns="91440" tIns="45720" rIns="91440" bIns="45720" rtlCol="0" anchor="ctr"/>
          <a:lstStyle>
            <a:lvl1pPr algn="ctr">
              <a:defRPr sz="900" cap="all" spc="150" baseline="0">
                <a:solidFill>
                  <a:srgbClr val="FFFFFF"/>
                </a:solidFill>
              </a:defRPr>
            </a:lvl1pPr>
          </a:lstStyle>
          <a:p>
            <a:r>
              <a:rPr lang="en-US"/>
              <a:t>Sample Footer Text</a:t>
            </a:r>
            <a:endParaRPr lang="en-US" dirty="0">
              <a:solidFill>
                <a:srgbClr val="FFFFFF"/>
              </a:solidFill>
            </a:endParaRPr>
          </a:p>
        </p:txBody>
      </p:sp>
      <p:sp>
        <p:nvSpPr>
          <p:cNvPr id="6" name="Slide Number Placeholder 5">
            <a:extLst>
              <a:ext uri="{FF2B5EF4-FFF2-40B4-BE49-F238E27FC236}">
                <a16:creationId xmlns:a16="http://schemas.microsoft.com/office/drawing/2014/main" id="{EAA0530F-0BC8-46EF-A765-DD58B5367528}"/>
              </a:ext>
            </a:extLst>
          </p:cNvPr>
          <p:cNvSpPr>
            <a:spLocks noGrp="1"/>
          </p:cNvSpPr>
          <p:nvPr>
            <p:ph type="sldNum" sz="quarter" idx="4"/>
          </p:nvPr>
        </p:nvSpPr>
        <p:spPr>
          <a:xfrm>
            <a:off x="11190806" y="6324600"/>
            <a:ext cx="799078" cy="365125"/>
          </a:xfrm>
          <a:prstGeom prst="rect">
            <a:avLst/>
          </a:prstGeom>
        </p:spPr>
        <p:txBody>
          <a:bodyPr vert="horz" lIns="91440" tIns="45720" rIns="91440" bIns="45720" rtlCol="0" anchor="ctr"/>
          <a:lstStyle>
            <a:lvl1pPr algn="ctr">
              <a:defRPr sz="900" cap="all" spc="150" baseline="0">
                <a:solidFill>
                  <a:srgbClr val="FFFFFF"/>
                </a:solidFill>
              </a:defRPr>
            </a:lvl1pPr>
          </a:lstStyle>
          <a:p>
            <a:fld id="{11A71338-8BA2-4C79-A6C5-5A8E30081D0C}" type="slidenum">
              <a:rPr lang="en-US" smtClean="0"/>
              <a:pPr/>
              <a:t>‹#›</a:t>
            </a:fld>
            <a:endParaRPr lang="en-US" dirty="0"/>
          </a:p>
        </p:txBody>
      </p:sp>
      <p:sp>
        <p:nvSpPr>
          <p:cNvPr id="77" name="Freeform: Shape 76">
            <a:extLst>
              <a:ext uri="{FF2B5EF4-FFF2-40B4-BE49-F238E27FC236}">
                <a16:creationId xmlns:a16="http://schemas.microsoft.com/office/drawing/2014/main" id="{0A253F60-DE40-4508-A37A-61331DF1DD5D}"/>
              </a:ext>
            </a:extLst>
          </p:cNvPr>
          <p:cNvSpPr/>
          <p:nvPr/>
        </p:nvSpPr>
        <p:spPr>
          <a:xfrm>
            <a:off x="7979728" y="0"/>
            <a:ext cx="4209224" cy="1650549"/>
          </a:xfrm>
          <a:custGeom>
            <a:avLst/>
            <a:gdLst>
              <a:gd name="connsiteX0" fmla="*/ 0 w 4209224"/>
              <a:gd name="connsiteY0" fmla="*/ 0 h 1650549"/>
              <a:gd name="connsiteX1" fmla="*/ 846445 w 4209224"/>
              <a:gd name="connsiteY1" fmla="*/ 0 h 1650549"/>
              <a:gd name="connsiteX2" fmla="*/ 912542 w 4209224"/>
              <a:gd name="connsiteY2" fmla="*/ 108799 h 1650549"/>
              <a:gd name="connsiteX3" fmla="*/ 2362195 w 4209224"/>
              <a:gd name="connsiteY3" fmla="*/ 879573 h 1650549"/>
              <a:gd name="connsiteX4" fmla="*/ 3811848 w 4209224"/>
              <a:gd name="connsiteY4" fmla="*/ 108799 h 1650549"/>
              <a:gd name="connsiteX5" fmla="*/ 3877945 w 4209224"/>
              <a:gd name="connsiteY5" fmla="*/ 0 h 1650549"/>
              <a:gd name="connsiteX6" fmla="*/ 4209224 w 4209224"/>
              <a:gd name="connsiteY6" fmla="*/ 0 h 1650549"/>
              <a:gd name="connsiteX7" fmla="*/ 4209224 w 4209224"/>
              <a:gd name="connsiteY7" fmla="*/ 840421 h 1650549"/>
              <a:gd name="connsiteX8" fmla="*/ 4143538 w 4209224"/>
              <a:gd name="connsiteY8" fmla="*/ 912693 h 1650549"/>
              <a:gd name="connsiteX9" fmla="*/ 2362196 w 4209224"/>
              <a:gd name="connsiteY9" fmla="*/ 1650549 h 1650549"/>
              <a:gd name="connsiteX10" fmla="*/ 40969 w 4209224"/>
              <a:gd name="connsiteY10" fmla="*/ 111937 h 16505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09224" h="1650549">
                <a:moveTo>
                  <a:pt x="0" y="0"/>
                </a:moveTo>
                <a:lnTo>
                  <a:pt x="846445" y="0"/>
                </a:lnTo>
                <a:lnTo>
                  <a:pt x="912542" y="108799"/>
                </a:lnTo>
                <a:cubicBezTo>
                  <a:pt x="1226710" y="573829"/>
                  <a:pt x="1758748" y="879573"/>
                  <a:pt x="2362195" y="879573"/>
                </a:cubicBezTo>
                <a:cubicBezTo>
                  <a:pt x="2965642" y="879573"/>
                  <a:pt x="3497680" y="573829"/>
                  <a:pt x="3811848" y="108799"/>
                </a:cubicBezTo>
                <a:lnTo>
                  <a:pt x="3877945" y="0"/>
                </a:lnTo>
                <a:lnTo>
                  <a:pt x="4209224" y="0"/>
                </a:lnTo>
                <a:lnTo>
                  <a:pt x="4209224" y="840421"/>
                </a:lnTo>
                <a:lnTo>
                  <a:pt x="4143538" y="912693"/>
                </a:lnTo>
                <a:cubicBezTo>
                  <a:pt x="3687653" y="1368578"/>
                  <a:pt x="3057854" y="1650549"/>
                  <a:pt x="2362196" y="1650549"/>
                </a:cubicBezTo>
                <a:cubicBezTo>
                  <a:pt x="1318710" y="1650549"/>
                  <a:pt x="423404" y="1016115"/>
                  <a:pt x="40969" y="111937"/>
                </a:cubicBezTo>
                <a:close/>
              </a:path>
            </a:pathLst>
          </a:custGeom>
          <a:solidFill>
            <a:schemeClr val="accent5">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solidFill>
                <a:schemeClr val="tx1"/>
              </a:solidFill>
            </a:endParaRPr>
          </a:p>
        </p:txBody>
      </p:sp>
    </p:spTree>
    <p:extLst>
      <p:ext uri="{BB962C8B-B14F-4D97-AF65-F5344CB8AC3E}">
        <p14:creationId xmlns:p14="http://schemas.microsoft.com/office/powerpoint/2010/main" val="2193630237"/>
      </p:ext>
    </p:extLst>
  </p:cSld>
  <p:clrMap bg1="lt1" tx1="dk1" bg2="lt2" tx2="dk2" accent1="accent1" accent2="accent2" accent3="accent3" accent4="accent4" accent5="accent5" accent6="accent6" hlink="hlink" folHlink="folHlink"/>
  <p:sldLayoutIdLst>
    <p:sldLayoutId id="2147483732" r:id="rId1"/>
    <p:sldLayoutId id="2147483733" r:id="rId2"/>
    <p:sldLayoutId id="2147483734" r:id="rId3"/>
    <p:sldLayoutId id="2147483735" r:id="rId4"/>
    <p:sldLayoutId id="2147483736" r:id="rId5"/>
    <p:sldLayoutId id="2147483730" r:id="rId6"/>
    <p:sldLayoutId id="2147483726" r:id="rId7"/>
    <p:sldLayoutId id="2147483727" r:id="rId8"/>
    <p:sldLayoutId id="2147483728" r:id="rId9"/>
    <p:sldLayoutId id="2147483729" r:id="rId10"/>
    <p:sldLayoutId id="2147483731" r:id="rId11"/>
  </p:sldLayoutIdLst>
  <p:hf sldNum="0" hdr="0" ftr="0" dt="0"/>
  <p:txStyles>
    <p:titleStyle>
      <a:lvl1pPr algn="l" defTabSz="914400" rtl="0" eaLnBrk="1" latinLnBrk="0" hangingPunct="1">
        <a:lnSpc>
          <a:spcPct val="90000"/>
        </a:lnSpc>
        <a:spcBef>
          <a:spcPct val="0"/>
        </a:spcBef>
        <a:buNone/>
        <a:defRPr sz="4400" kern="1200">
          <a:solidFill>
            <a:srgbClr val="FFFFFF"/>
          </a:solidFill>
          <a:latin typeface="+mj-lt"/>
          <a:ea typeface="+mj-ea"/>
          <a:cs typeface="+mj-cs"/>
        </a:defRPr>
      </a:lvl1pPr>
    </p:titleStyle>
    <p:bodyStyle>
      <a:lvl1pPr marL="228600" indent="-228600" algn="l" defTabSz="914400" rtl="0" eaLnBrk="1" latinLnBrk="0" hangingPunct="1">
        <a:lnSpc>
          <a:spcPct val="110000"/>
        </a:lnSpc>
        <a:spcBef>
          <a:spcPts val="1000"/>
        </a:spcBef>
        <a:buClr>
          <a:schemeClr val="bg1"/>
        </a:buClr>
        <a:buSzPct val="75000"/>
        <a:buFont typeface="Arial" panose="020B0604020202020204" pitchFamily="34" charset="0"/>
        <a:buChar char="•"/>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Arial" panose="020B0604020202020204" pitchFamily="34" charset="0"/>
        <a:buChar char="•"/>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Arial" panose="020B0604020202020204" pitchFamily="34" charset="0"/>
        <a:buChar char="•"/>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Arial" panose="020B0604020202020204" pitchFamily="34" charset="0"/>
        <a:buChar char="•"/>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Arial" panose="020B0604020202020204" pitchFamily="34" charset="0"/>
        <a:buChar char="•"/>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hyperlink" Target="https://www.kaggle.com/datasets/julian3833/jigsaw-multilingual-toxic-comment-classification" TargetMode="Externa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173122F-D466-4F08-90FA-0038F7AC21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2" name="Freeform: Shape 11">
            <a:extLst>
              <a:ext uri="{FF2B5EF4-FFF2-40B4-BE49-F238E27FC236}">
                <a16:creationId xmlns:a16="http://schemas.microsoft.com/office/drawing/2014/main" id="{0B6C48B2-8296-4312-8901-93BB7735D1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750" y="1"/>
            <a:ext cx="12188952" cy="2452880"/>
          </a:xfrm>
          <a:custGeom>
            <a:avLst/>
            <a:gdLst>
              <a:gd name="connsiteX0" fmla="*/ 8951169 w 12178450"/>
              <a:gd name="connsiteY0" fmla="*/ 32 h 2001622"/>
              <a:gd name="connsiteX1" fmla="*/ 11653845 w 12178450"/>
              <a:gd name="connsiteY1" fmla="*/ 209874 h 2001622"/>
              <a:gd name="connsiteX2" fmla="*/ 12178450 w 12178450"/>
              <a:gd name="connsiteY2" fmla="*/ 286723 h 2001622"/>
              <a:gd name="connsiteX3" fmla="*/ 12178450 w 12178450"/>
              <a:gd name="connsiteY3" fmla="*/ 2001622 h 2001622"/>
              <a:gd name="connsiteX4" fmla="*/ 0 w 12178450"/>
              <a:gd name="connsiteY4" fmla="*/ 2001622 h 2001622"/>
              <a:gd name="connsiteX5" fmla="*/ 0 w 12178450"/>
              <a:gd name="connsiteY5" fmla="*/ 1010979 h 2001622"/>
              <a:gd name="connsiteX6" fmla="*/ 8951169 w 12178450"/>
              <a:gd name="connsiteY6" fmla="*/ 32 h 200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8450" h="2001622">
                <a:moveTo>
                  <a:pt x="8951169" y="32"/>
                </a:moveTo>
                <a:cubicBezTo>
                  <a:pt x="9704520" y="1593"/>
                  <a:pt x="10578586" y="62133"/>
                  <a:pt x="11653845" y="209874"/>
                </a:cubicBezTo>
                <a:lnTo>
                  <a:pt x="12178450" y="286723"/>
                </a:lnTo>
                <a:lnTo>
                  <a:pt x="12178450" y="2001622"/>
                </a:lnTo>
                <a:lnTo>
                  <a:pt x="0" y="2001622"/>
                </a:lnTo>
                <a:lnTo>
                  <a:pt x="0" y="1010979"/>
                </a:lnTo>
                <a:cubicBezTo>
                  <a:pt x="4768989" y="1010979"/>
                  <a:pt x="5812206" y="-6472"/>
                  <a:pt x="8951169" y="32"/>
                </a:cubicBezTo>
                <a:close/>
              </a:path>
            </a:pathLst>
          </a:custGeom>
          <a:solidFill>
            <a:schemeClr val="accent5">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bg1"/>
              </a:solidFill>
            </a:endParaRPr>
          </a:p>
        </p:txBody>
      </p:sp>
      <p:sp>
        <p:nvSpPr>
          <p:cNvPr id="14" name="Right Triangle 13">
            <a:extLst>
              <a:ext uri="{FF2B5EF4-FFF2-40B4-BE49-F238E27FC236}">
                <a16:creationId xmlns:a16="http://schemas.microsoft.com/office/drawing/2014/main" id="{C24346C5-B1C8-4C83-846B-122A3B4B2F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3500000">
            <a:off x="-265270" y="4918297"/>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90F28F7A-4F2F-4C1B-AF1C-A6E7C79532B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214" y="-1"/>
            <a:ext cx="12214827" cy="6858000"/>
            <a:chOff x="-6214" y="-1"/>
            <a:chExt cx="12214827" cy="6858000"/>
          </a:xfrm>
        </p:grpSpPr>
        <p:cxnSp>
          <p:nvCxnSpPr>
            <p:cNvPr id="17" name="Straight Connector 16">
              <a:extLst>
                <a:ext uri="{FF2B5EF4-FFF2-40B4-BE49-F238E27FC236}">
                  <a16:creationId xmlns:a16="http://schemas.microsoft.com/office/drawing/2014/main" id="{B23CC870-B5E9-475F-A625-9E862A6295C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2A6B08C-017D-4B4D-95EC-4BB83C5541A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4599402-E1B8-4E3B-A56D-68606FC1EF4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B720C48A-E9A0-4B85-A954-39375E09963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0E26956-FF2A-412E-ACC4-29CCD025991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B31E652-49AC-4108-85B8-75122A48A5F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DC1DB29F-0624-4035-B188-640616D5DE1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1D27221C-2427-4C99-89DC-1A38A54058A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DBF1D76-8076-4BAE-B627-F1861C9E086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8E930E41-FC2F-4319-9C28-32C27843008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0936C1B-0C10-464B-85C8-345095AAB37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DB90EC61-FD0C-434A-9D1B-A20035C2141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5F5CC56-1FDA-4D3E-9C6E-8E996026C38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272B8FB2-B735-480F-9A88-48AADB2227E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B46C1B-4FC4-4E24-AC43-07940BE1E63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C34915AF-0AE3-4EDD-8681-4C3F2C592B9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C35A3F3-714E-4F69-9BDF-8ED284EF29D4}"/>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3D561AC-B0B1-47EB-BE05-209F5612B70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D3508E52-4FD9-4E6D-AFEA-69A88ED268E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C69DDE76-16F7-472F-B6D7-84AE8FFF31F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B2D87BEF-8844-4A3E-B130-B7D26740CC5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BB381129-2089-4EAA-AE6C-2BAA96BC82C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B69BF7A-FA63-4706-8066-DF15018E66F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6A3ECB71-0CCD-403F-B14B-ABC48D78CD4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9095BBA-0FE1-49E5-89F7-22125BAF87A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55351D8-6F27-4B82-968B-581B177CB4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351025A5-EB5A-4057-A85E-69AF0E6BE66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5030318B-EEB9-4D92-BC50-D1151098989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417FC0E3-7CC7-4188-BC7A-7E8FB556496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ctrTitle"/>
          </p:nvPr>
        </p:nvSpPr>
        <p:spPr>
          <a:xfrm>
            <a:off x="418506" y="279114"/>
            <a:ext cx="11797252" cy="1674377"/>
          </a:xfrm>
        </p:spPr>
        <p:txBody>
          <a:bodyPr anchor="ctr">
            <a:normAutofit/>
          </a:bodyPr>
          <a:lstStyle/>
          <a:p>
            <a:pPr algn="l"/>
            <a:r>
              <a:rPr lang="en-US" dirty="0">
                <a:solidFill>
                  <a:schemeClr val="tx2"/>
                </a:solidFill>
              </a:rPr>
              <a:t>Detox</a:t>
            </a:r>
            <a:r>
              <a:rPr lang="en-US" sz="3200" dirty="0">
                <a:solidFill>
                  <a:schemeClr val="tx2"/>
                </a:solidFill>
              </a:rPr>
              <a:t> (</a:t>
            </a:r>
            <a:r>
              <a:rPr lang="en-US" sz="3200" dirty="0">
                <a:solidFill>
                  <a:schemeClr val="tx2"/>
                </a:solidFill>
                <a:ea typeface="+mj-lt"/>
                <a:cs typeface="+mj-lt"/>
              </a:rPr>
              <a:t>Chat Message Toxicity Detector</a:t>
            </a:r>
            <a:r>
              <a:rPr lang="en-US" sz="3200" dirty="0">
                <a:solidFill>
                  <a:schemeClr val="tx2"/>
                </a:solidFill>
              </a:rPr>
              <a:t>)</a:t>
            </a:r>
          </a:p>
        </p:txBody>
      </p:sp>
      <p:sp>
        <p:nvSpPr>
          <p:cNvPr id="4" name="Subtitle 2">
            <a:extLst>
              <a:ext uri="{FF2B5EF4-FFF2-40B4-BE49-F238E27FC236}">
                <a16:creationId xmlns:a16="http://schemas.microsoft.com/office/drawing/2014/main" id="{E0E867B7-4E85-A21C-1695-FF4A65286E54}"/>
              </a:ext>
            </a:extLst>
          </p:cNvPr>
          <p:cNvSpPr>
            <a:spLocks noGrp="1"/>
          </p:cNvSpPr>
          <p:nvPr/>
        </p:nvSpPr>
        <p:spPr>
          <a:xfrm>
            <a:off x="1265775" y="2928795"/>
            <a:ext cx="9123517" cy="2574919"/>
          </a:xfrm>
          <a:prstGeom prst="rect">
            <a:avLst/>
          </a:prstGeom>
        </p:spPr>
        <p:txBody>
          <a:bodyPr vert="horz" lIns="91440" tIns="45720" rIns="91440" bIns="45720" rtlCol="0" anchor="ctr">
            <a:normAutofit/>
          </a:bodyPr>
          <a:lstStyle>
            <a:lvl1pPr marL="0" indent="0" algn="ctr" defTabSz="914400" rtl="0" eaLnBrk="1" latinLnBrk="0" hangingPunct="1">
              <a:lnSpc>
                <a:spcPct val="110000"/>
              </a:lnSpc>
              <a:spcBef>
                <a:spcPts val="1000"/>
              </a:spcBef>
              <a:buClr>
                <a:schemeClr val="bg1"/>
              </a:buClr>
              <a:buSzPct val="75000"/>
              <a:buFont typeface="Arial" panose="020B0604020202020204" pitchFamily="34" charset="0"/>
              <a:buNone/>
              <a:defRPr sz="2400" kern="1200">
                <a:solidFill>
                  <a:srgbClr val="FFFFFF"/>
                </a:solidFill>
                <a:latin typeface="+mn-lt"/>
                <a:ea typeface="+mn-ea"/>
                <a:cs typeface="+mn-cs"/>
              </a:defRPr>
            </a:lvl1pPr>
            <a:lvl2pPr marL="457200" indent="0" algn="ctr" defTabSz="914400" rtl="0" eaLnBrk="1" latinLnBrk="0" hangingPunct="1">
              <a:lnSpc>
                <a:spcPct val="110000"/>
              </a:lnSpc>
              <a:spcBef>
                <a:spcPts val="500"/>
              </a:spcBef>
              <a:buClr>
                <a:schemeClr val="bg1"/>
              </a:buClr>
              <a:buSzPct val="75000"/>
              <a:buFont typeface="Arial" panose="020B0604020202020204" pitchFamily="34" charset="0"/>
              <a:buNone/>
              <a:defRPr sz="2000" kern="1200">
                <a:solidFill>
                  <a:srgbClr val="FFFFFF"/>
                </a:solidFill>
                <a:latin typeface="+mn-lt"/>
                <a:ea typeface="+mn-ea"/>
                <a:cs typeface="+mn-cs"/>
              </a:defRPr>
            </a:lvl2pPr>
            <a:lvl3pPr marL="914400" indent="0" algn="ctr" defTabSz="914400" rtl="0" eaLnBrk="1" latinLnBrk="0" hangingPunct="1">
              <a:lnSpc>
                <a:spcPct val="110000"/>
              </a:lnSpc>
              <a:spcBef>
                <a:spcPts val="500"/>
              </a:spcBef>
              <a:buClr>
                <a:schemeClr val="bg1"/>
              </a:buClr>
              <a:buSzPct val="75000"/>
              <a:buFont typeface="Arial" panose="020B0604020202020204" pitchFamily="34" charset="0"/>
              <a:buNone/>
              <a:defRPr sz="1800" kern="1200">
                <a:solidFill>
                  <a:srgbClr val="FFFFFF"/>
                </a:solidFill>
                <a:latin typeface="+mn-lt"/>
                <a:ea typeface="+mn-ea"/>
                <a:cs typeface="+mn-cs"/>
              </a:defRPr>
            </a:lvl3pPr>
            <a:lvl4pPr marL="1371600" indent="0" algn="ctr" defTabSz="914400" rtl="0" eaLnBrk="1" latinLnBrk="0" hangingPunct="1">
              <a:lnSpc>
                <a:spcPct val="110000"/>
              </a:lnSpc>
              <a:spcBef>
                <a:spcPts val="500"/>
              </a:spcBef>
              <a:buClr>
                <a:schemeClr val="bg1"/>
              </a:buClr>
              <a:buSzPct val="75000"/>
              <a:buFont typeface="Arial" panose="020B0604020202020204" pitchFamily="34" charset="0"/>
              <a:buNone/>
              <a:defRPr sz="1600" kern="1200">
                <a:solidFill>
                  <a:srgbClr val="FFFFFF"/>
                </a:solidFill>
                <a:latin typeface="+mn-lt"/>
                <a:ea typeface="+mn-ea"/>
                <a:cs typeface="+mn-cs"/>
              </a:defRPr>
            </a:lvl4pPr>
            <a:lvl5pPr marL="1828800" indent="0" algn="ctr" defTabSz="914400" rtl="0" eaLnBrk="1" latinLnBrk="0" hangingPunct="1">
              <a:lnSpc>
                <a:spcPct val="110000"/>
              </a:lnSpc>
              <a:spcBef>
                <a:spcPts val="500"/>
              </a:spcBef>
              <a:buClr>
                <a:schemeClr val="bg1"/>
              </a:buClr>
              <a:buSzPct val="75000"/>
              <a:buFont typeface="Arial" panose="020B0604020202020204" pitchFamily="34" charset="0"/>
              <a:buNone/>
              <a:defRPr sz="1600" kern="1200">
                <a:solidFill>
                  <a:srgbClr val="FFFFFF"/>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3200" dirty="0">
                <a:solidFill>
                  <a:schemeClr val="bg2">
                    <a:lumMod val="25000"/>
                  </a:schemeClr>
                </a:solidFill>
                <a:latin typeface="Posterama"/>
                <a:cs typeface="Posterama"/>
              </a:rPr>
              <a:t>ADI1302-SPARK SCALA FUNDAMENTALS</a:t>
            </a:r>
            <a:br>
              <a:rPr lang="en-US" sz="3200" dirty="0">
                <a:solidFill>
                  <a:schemeClr val="bg2">
                    <a:lumMod val="25000"/>
                  </a:schemeClr>
                </a:solidFill>
                <a:latin typeface="Posterama"/>
                <a:cs typeface="Posterama"/>
              </a:rPr>
            </a:br>
            <a:br>
              <a:rPr lang="en-US" sz="3200" dirty="0">
                <a:solidFill>
                  <a:schemeClr val="bg2">
                    <a:lumMod val="25000"/>
                  </a:schemeClr>
                </a:solidFill>
                <a:latin typeface="Posterama"/>
                <a:cs typeface="Posterama"/>
              </a:rPr>
            </a:br>
            <a:r>
              <a:rPr lang="en-US" sz="3200" dirty="0">
                <a:solidFill>
                  <a:schemeClr val="bg2">
                    <a:lumMod val="25000"/>
                  </a:schemeClr>
                </a:solidFill>
                <a:latin typeface="Posterama"/>
                <a:cs typeface="Posterama"/>
              </a:rPr>
              <a:t>NAME : SARAVANA PRIYAN S T</a:t>
            </a:r>
          </a:p>
          <a:p>
            <a:pPr algn="l"/>
            <a:r>
              <a:rPr lang="en-US" sz="3200" dirty="0">
                <a:solidFill>
                  <a:schemeClr val="bg2">
                    <a:lumMod val="25000"/>
                  </a:schemeClr>
                </a:solidFill>
                <a:latin typeface="Posterama"/>
                <a:cs typeface="Posterama"/>
              </a:rPr>
              <a:t>REG NO : 927623BAD100</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00A5E3-1603-4935-53C6-AB53C788E8F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9F5739-C3BE-4DE9-6698-9900258C9F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2" name="Freeform: Shape 11">
            <a:extLst>
              <a:ext uri="{FF2B5EF4-FFF2-40B4-BE49-F238E27FC236}">
                <a16:creationId xmlns:a16="http://schemas.microsoft.com/office/drawing/2014/main" id="{0C526A1A-E928-4906-E68D-4F250E9E94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750" y="1"/>
            <a:ext cx="12188952" cy="2452880"/>
          </a:xfrm>
          <a:custGeom>
            <a:avLst/>
            <a:gdLst>
              <a:gd name="connsiteX0" fmla="*/ 8951169 w 12178450"/>
              <a:gd name="connsiteY0" fmla="*/ 32 h 2001622"/>
              <a:gd name="connsiteX1" fmla="*/ 11653845 w 12178450"/>
              <a:gd name="connsiteY1" fmla="*/ 209874 h 2001622"/>
              <a:gd name="connsiteX2" fmla="*/ 12178450 w 12178450"/>
              <a:gd name="connsiteY2" fmla="*/ 286723 h 2001622"/>
              <a:gd name="connsiteX3" fmla="*/ 12178450 w 12178450"/>
              <a:gd name="connsiteY3" fmla="*/ 2001622 h 2001622"/>
              <a:gd name="connsiteX4" fmla="*/ 0 w 12178450"/>
              <a:gd name="connsiteY4" fmla="*/ 2001622 h 2001622"/>
              <a:gd name="connsiteX5" fmla="*/ 0 w 12178450"/>
              <a:gd name="connsiteY5" fmla="*/ 1010979 h 2001622"/>
              <a:gd name="connsiteX6" fmla="*/ 8951169 w 12178450"/>
              <a:gd name="connsiteY6" fmla="*/ 32 h 200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8450" h="2001622">
                <a:moveTo>
                  <a:pt x="8951169" y="32"/>
                </a:moveTo>
                <a:cubicBezTo>
                  <a:pt x="9704520" y="1593"/>
                  <a:pt x="10578586" y="62133"/>
                  <a:pt x="11653845" y="209874"/>
                </a:cubicBezTo>
                <a:lnTo>
                  <a:pt x="12178450" y="286723"/>
                </a:lnTo>
                <a:lnTo>
                  <a:pt x="12178450" y="2001622"/>
                </a:lnTo>
                <a:lnTo>
                  <a:pt x="0" y="2001622"/>
                </a:lnTo>
                <a:lnTo>
                  <a:pt x="0" y="1010979"/>
                </a:lnTo>
                <a:cubicBezTo>
                  <a:pt x="4768989" y="1010979"/>
                  <a:pt x="5812206" y="-6472"/>
                  <a:pt x="8951169" y="32"/>
                </a:cubicBezTo>
                <a:close/>
              </a:path>
            </a:pathLst>
          </a:custGeom>
          <a:solidFill>
            <a:schemeClr val="accent5">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bg1"/>
              </a:solidFill>
            </a:endParaRPr>
          </a:p>
        </p:txBody>
      </p:sp>
      <p:sp>
        <p:nvSpPr>
          <p:cNvPr id="14" name="Right Triangle 13">
            <a:extLst>
              <a:ext uri="{FF2B5EF4-FFF2-40B4-BE49-F238E27FC236}">
                <a16:creationId xmlns:a16="http://schemas.microsoft.com/office/drawing/2014/main" id="{8ABF4778-7937-101E-1016-63133852B0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3500000">
            <a:off x="-265270" y="4918297"/>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A868134A-8D54-5411-0C4F-5D73E4F99B6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214" y="-1"/>
            <a:ext cx="12214827" cy="6858000"/>
            <a:chOff x="-6214" y="-1"/>
            <a:chExt cx="12214827" cy="6858000"/>
          </a:xfrm>
        </p:grpSpPr>
        <p:cxnSp>
          <p:nvCxnSpPr>
            <p:cNvPr id="17" name="Straight Connector 16">
              <a:extLst>
                <a:ext uri="{FF2B5EF4-FFF2-40B4-BE49-F238E27FC236}">
                  <a16:creationId xmlns:a16="http://schemas.microsoft.com/office/drawing/2014/main" id="{A2D6570D-87DC-2BF2-CCDA-98E662D9369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50D5544-612A-F1A7-4C27-C63607F9E7C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3F38EE02-F013-E113-40E3-C5E95A867D0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E422FF3-3146-AD83-859B-BABAE40D5D6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A2B7DE96-D937-1218-5AAB-6A68271988C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85637D4-0CB6-D4FA-ECE4-9FBAD65F083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A685C431-A3B8-F8CA-8D97-7D41E0C1712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82210900-C144-2A9B-3611-52A29599E61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B94422FA-8702-5DC4-62AF-1A99027642B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C2C06FC8-3394-A522-B700-4055ACD2EF1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05F18FC4-4B13-B5A3-32F5-4052B89912A4}"/>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BD8C07D-2473-7279-889A-6D3DC2F3B99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45CB0FE-DB43-34C3-478C-F84D93056B5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2EEC027-EE78-9EE4-40DB-9DDC06425E5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1C9C4B94-5170-7492-EC0A-F11D591CB60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3EE06349-8A1B-EAC0-F166-9998F5C8E82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A06314-1A88-1C14-C3D0-C8B1C799C12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7DEDEB57-6C41-7A66-418C-F67676BEA30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50824E56-57C3-6EA9-0727-BD7B5300E54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E8090567-603A-8DDB-E81D-18FBE69FF83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8C6042AD-E07C-3A27-867C-683BC37C9E0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F433-5B5E-F7E8-674A-F30AF092D4B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886E389A-79C7-B075-D07F-8F9DC4990EB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1FCFB9B1-0BEC-5DD3-A7ED-3905C97111A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4F8C4E4-2DCD-BAD1-C421-6E864B8E602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A2EDE965-C7BE-8ADF-8232-AF84507C735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B7F512F6-5792-2101-7FC7-0CBF934052E4}"/>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82A29D62-24AE-D267-30A9-83885332FEC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355375D5-959F-5955-89E2-8C8AAF43B4C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D69881F6-366C-148B-E681-58A8D66B74D6}"/>
              </a:ext>
            </a:extLst>
          </p:cNvPr>
          <p:cNvSpPr>
            <a:spLocks noGrp="1"/>
          </p:cNvSpPr>
          <p:nvPr>
            <p:ph type="ctrTitle"/>
          </p:nvPr>
        </p:nvSpPr>
        <p:spPr>
          <a:xfrm>
            <a:off x="418506" y="279114"/>
            <a:ext cx="11608483" cy="1674377"/>
          </a:xfrm>
        </p:spPr>
        <p:txBody>
          <a:bodyPr anchor="ctr">
            <a:normAutofit/>
          </a:bodyPr>
          <a:lstStyle/>
          <a:p>
            <a:pPr algn="l"/>
            <a:r>
              <a:rPr lang="en-US" dirty="0">
                <a:solidFill>
                  <a:schemeClr val="tx2"/>
                </a:solidFill>
              </a:rPr>
              <a:t>Problem Identification</a:t>
            </a:r>
          </a:p>
        </p:txBody>
      </p:sp>
      <p:sp>
        <p:nvSpPr>
          <p:cNvPr id="5" name="Subtitle 4">
            <a:extLst>
              <a:ext uri="{FF2B5EF4-FFF2-40B4-BE49-F238E27FC236}">
                <a16:creationId xmlns:a16="http://schemas.microsoft.com/office/drawing/2014/main" id="{AE191DF1-8DDD-FA2F-5191-AD73CD3EF2F7}"/>
              </a:ext>
            </a:extLst>
          </p:cNvPr>
          <p:cNvSpPr>
            <a:spLocks noGrp="1"/>
          </p:cNvSpPr>
          <p:nvPr>
            <p:ph type="subTitle" idx="1"/>
          </p:nvPr>
        </p:nvSpPr>
        <p:spPr>
          <a:xfrm>
            <a:off x="207818" y="2450379"/>
            <a:ext cx="11568546" cy="4288124"/>
          </a:xfrm>
        </p:spPr>
        <p:txBody>
          <a:bodyPr vert="horz" lIns="91440" tIns="45720" rIns="91440" bIns="45720" rtlCol="0" anchor="t">
            <a:normAutofit fontScale="92500"/>
          </a:bodyPr>
          <a:lstStyle/>
          <a:p>
            <a:pPr algn="just">
              <a:lnSpc>
                <a:spcPct val="150000"/>
              </a:lnSpc>
            </a:pPr>
            <a:r>
              <a:rPr lang="en-US" sz="1600" b="1" dirty="0">
                <a:solidFill>
                  <a:schemeClr val="tx1">
                    <a:lumMod val="76000"/>
                    <a:lumOff val="24000"/>
                  </a:schemeClr>
                </a:solidFill>
                <a:latin typeface="Posterama"/>
                <a:cs typeface="Posterama"/>
              </a:rPr>
              <a:t>1</a:t>
            </a:r>
            <a:r>
              <a:rPr lang="en-US" sz="1600" b="1" dirty="0">
                <a:solidFill>
                  <a:schemeClr val="bg2">
                    <a:lumMod val="25000"/>
                  </a:schemeClr>
                </a:solidFill>
                <a:latin typeface="Posterama"/>
                <a:cs typeface="Posterama"/>
              </a:rPr>
              <a:t>. Real-Time Processing &amp; Scalability</a:t>
            </a:r>
          </a:p>
          <a:p>
            <a:pPr algn="just">
              <a:lnSpc>
                <a:spcPct val="150000"/>
              </a:lnSpc>
            </a:pPr>
            <a:r>
              <a:rPr lang="en-US" sz="1600" dirty="0">
                <a:solidFill>
                  <a:schemeClr val="bg2">
                    <a:lumMod val="25000"/>
                  </a:schemeClr>
                </a:solidFill>
                <a:latin typeface="Posterama"/>
                <a:ea typeface="+mn-lt"/>
                <a:cs typeface="+mn-lt"/>
              </a:rPr>
              <a:t>Toxic messages can emerge at high volume in chat applications especially in gaming or streaming contexts. Systems must process messages in milliseconds and scale to handle thousands per second, without introducing latency or failing under load.</a:t>
            </a:r>
            <a:endParaRPr lang="en-US" sz="1600">
              <a:solidFill>
                <a:schemeClr val="bg2">
                  <a:lumMod val="25000"/>
                </a:schemeClr>
              </a:solidFill>
              <a:latin typeface="Posterama"/>
              <a:cs typeface="Posterama"/>
            </a:endParaRPr>
          </a:p>
          <a:p>
            <a:pPr algn="just">
              <a:lnSpc>
                <a:spcPct val="150000"/>
              </a:lnSpc>
            </a:pPr>
            <a:r>
              <a:rPr lang="en-US" sz="1600" b="1" dirty="0">
                <a:solidFill>
                  <a:schemeClr val="bg2">
                    <a:lumMod val="25000"/>
                  </a:schemeClr>
                </a:solidFill>
                <a:latin typeface="Posterama"/>
                <a:cs typeface="Posterama"/>
              </a:rPr>
              <a:t>2. Context Sensitivity &amp; Subtlety</a:t>
            </a:r>
          </a:p>
          <a:p>
            <a:pPr algn="just">
              <a:lnSpc>
                <a:spcPct val="150000"/>
              </a:lnSpc>
            </a:pPr>
            <a:r>
              <a:rPr lang="en-US" sz="1600" dirty="0">
                <a:solidFill>
                  <a:schemeClr val="bg2">
                    <a:lumMod val="25000"/>
                  </a:schemeClr>
                </a:solidFill>
                <a:latin typeface="Posterama"/>
                <a:ea typeface="+mn-lt"/>
                <a:cs typeface="+mn-lt"/>
              </a:rPr>
              <a:t>Many messages rely on subtle language, sarcasm, or insider slang to convey toxicity. Systems must distinguish harmless banter from harmful content, which often requires understanding chat history, speaker relationships, and context nuances.</a:t>
            </a:r>
            <a:endParaRPr lang="en-US">
              <a:solidFill>
                <a:schemeClr val="bg2">
                  <a:lumMod val="25000"/>
                </a:schemeClr>
              </a:solidFill>
              <a:latin typeface="Posterama"/>
              <a:ea typeface="+mn-lt"/>
              <a:cs typeface="+mn-lt"/>
            </a:endParaRPr>
          </a:p>
          <a:p>
            <a:pPr algn="just">
              <a:lnSpc>
                <a:spcPct val="150000"/>
              </a:lnSpc>
            </a:pPr>
            <a:r>
              <a:rPr lang="en-US" sz="1600" b="1" dirty="0">
                <a:solidFill>
                  <a:srgbClr val="3C3C3C"/>
                </a:solidFill>
                <a:latin typeface="Posterama"/>
                <a:cs typeface="Posterama"/>
              </a:rPr>
              <a:t>3. Bias &amp; Fairness Concerns</a:t>
            </a:r>
            <a:endParaRPr lang="en-US" b="1">
              <a:latin typeface="Posterama"/>
              <a:cs typeface="Posterama"/>
            </a:endParaRPr>
          </a:p>
          <a:p>
            <a:pPr algn="just">
              <a:lnSpc>
                <a:spcPct val="150000"/>
              </a:lnSpc>
            </a:pPr>
            <a:r>
              <a:rPr lang="en-US" sz="1600" dirty="0">
                <a:solidFill>
                  <a:schemeClr val="bg2">
                    <a:lumMod val="25000"/>
                  </a:schemeClr>
                </a:solidFill>
                <a:latin typeface="Posterama"/>
                <a:ea typeface="+mn-lt"/>
                <a:cs typeface="+mn-lt"/>
              </a:rPr>
              <a:t>Toxicity is often subjectively defined, varying with culture, identity, and language. Models trained on biased data may unfairly target certain dialects or demographic groups, necessitating careful bias analysis and mitigation strategies.</a:t>
            </a:r>
            <a:endParaRPr lang="en-US">
              <a:solidFill>
                <a:schemeClr val="bg2">
                  <a:lumMod val="25000"/>
                </a:schemeClr>
              </a:solidFill>
              <a:latin typeface="Posterama"/>
              <a:cs typeface="Posterama"/>
            </a:endParaRPr>
          </a:p>
          <a:p>
            <a:pPr algn="just">
              <a:lnSpc>
                <a:spcPct val="150000"/>
              </a:lnSpc>
            </a:pPr>
            <a:endParaRPr lang="en-US" sz="1600" dirty="0">
              <a:solidFill>
                <a:schemeClr val="bg2">
                  <a:lumMod val="25000"/>
                </a:schemeClr>
              </a:solidFill>
              <a:latin typeface="Posterama"/>
              <a:cs typeface="Posterama"/>
            </a:endParaRPr>
          </a:p>
          <a:p>
            <a:pPr algn="just">
              <a:lnSpc>
                <a:spcPct val="150000"/>
              </a:lnSpc>
            </a:pPr>
            <a:endParaRPr lang="en-US" sz="1600" dirty="0">
              <a:solidFill>
                <a:srgbClr val="3C3C3C"/>
              </a:solidFill>
              <a:latin typeface="Posterama"/>
              <a:cs typeface="Posterama"/>
            </a:endParaRPr>
          </a:p>
          <a:p>
            <a:pPr marL="285750" indent="-285750" algn="just">
              <a:lnSpc>
                <a:spcPct val="150000"/>
              </a:lnSpc>
              <a:buFont typeface="Arial"/>
              <a:buChar char="•"/>
            </a:pPr>
            <a:endParaRPr lang="en-US" dirty="0">
              <a:latin typeface="Posterama"/>
              <a:cs typeface="Posterama"/>
            </a:endParaRPr>
          </a:p>
          <a:p>
            <a:pPr algn="just">
              <a:lnSpc>
                <a:spcPct val="150000"/>
              </a:lnSpc>
            </a:pPr>
            <a:endParaRPr lang="en-US" sz="1600" dirty="0">
              <a:solidFill>
                <a:srgbClr val="3C3C3C"/>
              </a:solidFill>
              <a:latin typeface="Posterama"/>
              <a:cs typeface="Posterama"/>
            </a:endParaRPr>
          </a:p>
          <a:p>
            <a:pPr algn="just">
              <a:lnSpc>
                <a:spcPct val="150000"/>
              </a:lnSpc>
            </a:pPr>
            <a:endParaRPr lang="en-US" sz="1600" dirty="0">
              <a:solidFill>
                <a:schemeClr val="tx1">
                  <a:lumMod val="76000"/>
                  <a:lumOff val="24000"/>
                </a:schemeClr>
              </a:solidFill>
              <a:latin typeface="Posterama"/>
              <a:cs typeface="Posterama"/>
            </a:endParaRPr>
          </a:p>
          <a:p>
            <a:pPr algn="just">
              <a:lnSpc>
                <a:spcPct val="150000"/>
              </a:lnSpc>
            </a:pPr>
            <a:endParaRPr lang="en-US" sz="1400" b="1" dirty="0">
              <a:solidFill>
                <a:schemeClr val="tx1">
                  <a:lumMod val="76000"/>
                  <a:lumOff val="24000"/>
                </a:schemeClr>
              </a:solidFill>
              <a:latin typeface="Posterama"/>
              <a:cs typeface="Posterama"/>
            </a:endParaRPr>
          </a:p>
        </p:txBody>
      </p:sp>
    </p:spTree>
    <p:extLst>
      <p:ext uri="{BB962C8B-B14F-4D97-AF65-F5344CB8AC3E}">
        <p14:creationId xmlns:p14="http://schemas.microsoft.com/office/powerpoint/2010/main" val="25009867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6F433A3-5B3F-92A0-0CC0-F729A9DCE7B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058C65E-C1A5-F316-125A-F1D43DAF2F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latin typeface="Avenir Next LT Pro"/>
              <a:ea typeface="Batang"/>
              <a:cs typeface="Calibri"/>
            </a:endParaRPr>
          </a:p>
        </p:txBody>
      </p:sp>
      <p:sp>
        <p:nvSpPr>
          <p:cNvPr id="12" name="Freeform: Shape 11">
            <a:extLst>
              <a:ext uri="{FF2B5EF4-FFF2-40B4-BE49-F238E27FC236}">
                <a16:creationId xmlns:a16="http://schemas.microsoft.com/office/drawing/2014/main" id="{1F71B7B6-F541-24AE-BBA6-A659812D25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750" y="1"/>
            <a:ext cx="12188952" cy="2452880"/>
          </a:xfrm>
          <a:custGeom>
            <a:avLst/>
            <a:gdLst>
              <a:gd name="connsiteX0" fmla="*/ 8951169 w 12178450"/>
              <a:gd name="connsiteY0" fmla="*/ 32 h 2001622"/>
              <a:gd name="connsiteX1" fmla="*/ 11653845 w 12178450"/>
              <a:gd name="connsiteY1" fmla="*/ 209874 h 2001622"/>
              <a:gd name="connsiteX2" fmla="*/ 12178450 w 12178450"/>
              <a:gd name="connsiteY2" fmla="*/ 286723 h 2001622"/>
              <a:gd name="connsiteX3" fmla="*/ 12178450 w 12178450"/>
              <a:gd name="connsiteY3" fmla="*/ 2001622 h 2001622"/>
              <a:gd name="connsiteX4" fmla="*/ 0 w 12178450"/>
              <a:gd name="connsiteY4" fmla="*/ 2001622 h 2001622"/>
              <a:gd name="connsiteX5" fmla="*/ 0 w 12178450"/>
              <a:gd name="connsiteY5" fmla="*/ 1010979 h 2001622"/>
              <a:gd name="connsiteX6" fmla="*/ 8951169 w 12178450"/>
              <a:gd name="connsiteY6" fmla="*/ 32 h 200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8450" h="2001622">
                <a:moveTo>
                  <a:pt x="8951169" y="32"/>
                </a:moveTo>
                <a:cubicBezTo>
                  <a:pt x="9704520" y="1593"/>
                  <a:pt x="10578586" y="62133"/>
                  <a:pt x="11653845" y="209874"/>
                </a:cubicBezTo>
                <a:lnTo>
                  <a:pt x="12178450" y="286723"/>
                </a:lnTo>
                <a:lnTo>
                  <a:pt x="12178450" y="2001622"/>
                </a:lnTo>
                <a:lnTo>
                  <a:pt x="0" y="2001622"/>
                </a:lnTo>
                <a:lnTo>
                  <a:pt x="0" y="1010979"/>
                </a:lnTo>
                <a:cubicBezTo>
                  <a:pt x="4768989" y="1010979"/>
                  <a:pt x="5812206" y="-6472"/>
                  <a:pt x="8951169" y="32"/>
                </a:cubicBezTo>
                <a:close/>
              </a:path>
            </a:pathLst>
          </a:custGeom>
          <a:solidFill>
            <a:schemeClr val="accent5">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bg1"/>
              </a:solidFill>
            </a:endParaRPr>
          </a:p>
        </p:txBody>
      </p:sp>
      <p:sp>
        <p:nvSpPr>
          <p:cNvPr id="14" name="Right Triangle 13">
            <a:extLst>
              <a:ext uri="{FF2B5EF4-FFF2-40B4-BE49-F238E27FC236}">
                <a16:creationId xmlns:a16="http://schemas.microsoft.com/office/drawing/2014/main" id="{64F9C0DD-8F8B-8984-E194-B6C20F8D85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3500000">
            <a:off x="-265270" y="4918297"/>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B01FC1D1-4CE3-FCFE-1F46-5CFD7460F42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214" y="-1"/>
            <a:ext cx="12214827" cy="6858000"/>
            <a:chOff x="-6214" y="-1"/>
            <a:chExt cx="12214827" cy="6858000"/>
          </a:xfrm>
        </p:grpSpPr>
        <p:cxnSp>
          <p:nvCxnSpPr>
            <p:cNvPr id="17" name="Straight Connector 16">
              <a:extLst>
                <a:ext uri="{FF2B5EF4-FFF2-40B4-BE49-F238E27FC236}">
                  <a16:creationId xmlns:a16="http://schemas.microsoft.com/office/drawing/2014/main" id="{C88A14ED-88D1-01E5-878F-4F5313B745B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AC155A9-B1E2-86BB-FA3E-FE349FEAEFC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C1876B98-2429-B403-2CDB-3466949EFCF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B4F61A7-DFE2-4C67-626A-F07B265CA97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6DD15FD-E1C6-6DA8-5D85-37F3FFF0FA8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93EA5B5B-AADF-5AE4-B503-8E4417744A8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F6D7230-ECD3-620E-A03E-87CBDA881B6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E2F3E4F-6C5B-473C-3A38-CBDF5C4132C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016CF7B-5B31-43A6-8E9F-A25378383B8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2894B65C-3FA3-ABBE-20E6-09B14E13A99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3E930BCF-E917-7714-DA88-00B451FE056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7A0A88F-8801-A4C8-97BE-0D548ABB41F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E62B6881-5AFA-FE0B-A99B-38E639DA759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6F407A2D-E74D-0FD7-246A-0AAA6F06FD0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AFD674D-5ED9-5559-95A8-BC5D6925E86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DCE5961D-72B0-60E8-8C26-AB27228F55D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9C47CC6A-4632-1909-79E0-E0F10B19B2E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FE8BA89-6B3B-6E6C-1BFB-1867E843939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6C130E4D-4194-7508-B18E-8B89AD9E429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9CE79866-8C79-6CFB-0196-3F26A476F8B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F017E91E-1065-6F21-CBAA-D9BD84D201B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E306F71E-6859-09BD-9F94-72725499EAF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E6C00EAB-171F-E885-7693-13DBE05B7C8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0218BFDC-2F95-93C9-B482-33C266F96CC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0692EE6F-28D1-C5DE-C792-DBD1E243F924}"/>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1C7F34B4-BC77-9D76-C984-5B4510CE3F7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4E26F0F-AF9F-8493-8488-7116791B16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8196E1A1-E2EE-FDBE-1CF2-91D2B04BE81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7B95C910-B12C-A212-CAB7-915D23E4D44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25C73BCC-E491-702F-EB74-C3AD0C0953EB}"/>
              </a:ext>
            </a:extLst>
          </p:cNvPr>
          <p:cNvSpPr>
            <a:spLocks noGrp="1"/>
          </p:cNvSpPr>
          <p:nvPr>
            <p:ph type="ctrTitle"/>
          </p:nvPr>
        </p:nvSpPr>
        <p:spPr>
          <a:xfrm>
            <a:off x="418506" y="279114"/>
            <a:ext cx="6577552" cy="1674377"/>
          </a:xfrm>
        </p:spPr>
        <p:txBody>
          <a:bodyPr anchor="ctr">
            <a:normAutofit/>
          </a:bodyPr>
          <a:lstStyle/>
          <a:p>
            <a:pPr algn="l"/>
            <a:r>
              <a:rPr lang="en-US" dirty="0">
                <a:solidFill>
                  <a:schemeClr val="tx2"/>
                </a:solidFill>
                <a:ea typeface="+mj-lt"/>
                <a:cs typeface="+mj-lt"/>
              </a:rPr>
              <a:t>Tech Stack</a:t>
            </a:r>
            <a:endParaRPr lang="en-US" dirty="0">
              <a:solidFill>
                <a:schemeClr val="tx2"/>
              </a:solidFill>
            </a:endParaRPr>
          </a:p>
        </p:txBody>
      </p:sp>
      <p:graphicFrame>
        <p:nvGraphicFramePr>
          <p:cNvPr id="10" name="Table 9">
            <a:extLst>
              <a:ext uri="{FF2B5EF4-FFF2-40B4-BE49-F238E27FC236}">
                <a16:creationId xmlns:a16="http://schemas.microsoft.com/office/drawing/2014/main" id="{A2AB1F6E-1B8C-AD86-0A79-543D93B5FA80}"/>
              </a:ext>
            </a:extLst>
          </p:cNvPr>
          <p:cNvGraphicFramePr>
            <a:graphicFrameLocks noGrp="1"/>
          </p:cNvGraphicFramePr>
          <p:nvPr>
            <p:extLst>
              <p:ext uri="{D42A27DB-BD31-4B8C-83A1-F6EECF244321}">
                <p14:modId xmlns:p14="http://schemas.microsoft.com/office/powerpoint/2010/main" val="1977828799"/>
              </p:ext>
            </p:extLst>
          </p:nvPr>
        </p:nvGraphicFramePr>
        <p:xfrm>
          <a:off x="926336" y="3148579"/>
          <a:ext cx="10342822" cy="2590800"/>
        </p:xfrm>
        <a:graphic>
          <a:graphicData uri="http://schemas.openxmlformats.org/drawingml/2006/table">
            <a:tbl>
              <a:tblPr bandRow="1">
                <a:tableStyleId>{5DA37D80-6434-44D0-A028-1B22A696006F}</a:tableStyleId>
              </a:tblPr>
              <a:tblGrid>
                <a:gridCol w="2286000">
                  <a:extLst>
                    <a:ext uri="{9D8B030D-6E8A-4147-A177-3AD203B41FA5}">
                      <a16:colId xmlns:a16="http://schemas.microsoft.com/office/drawing/2014/main" val="3231178309"/>
                    </a:ext>
                  </a:extLst>
                </a:gridCol>
                <a:gridCol w="8056822">
                  <a:extLst>
                    <a:ext uri="{9D8B030D-6E8A-4147-A177-3AD203B41FA5}">
                      <a16:colId xmlns:a16="http://schemas.microsoft.com/office/drawing/2014/main" val="452572963"/>
                    </a:ext>
                  </a:extLst>
                </a:gridCol>
              </a:tblGrid>
              <a:tr h="0">
                <a:tc>
                  <a:txBody>
                    <a:bodyPr/>
                    <a:lstStyle/>
                    <a:p>
                      <a:pPr>
                        <a:buNone/>
                      </a:pPr>
                      <a:r>
                        <a:rPr lang="en-US" sz="1600" b="1" dirty="0">
                          <a:solidFill>
                            <a:schemeClr val="bg2">
                              <a:lumMod val="25000"/>
                            </a:schemeClr>
                          </a:solidFill>
                          <a:latin typeface="Posterama"/>
                        </a:rPr>
                        <a:t>Layer</a:t>
                      </a:r>
                    </a:p>
                  </a:txBody>
                  <a:tcPr anchor="ctr"/>
                </a:tc>
                <a:tc>
                  <a:txBody>
                    <a:bodyPr/>
                    <a:lstStyle/>
                    <a:p>
                      <a:pPr>
                        <a:buNone/>
                      </a:pPr>
                      <a:r>
                        <a:rPr lang="en-US" sz="1600" b="1" dirty="0">
                          <a:solidFill>
                            <a:schemeClr val="bg2">
                              <a:lumMod val="25000"/>
                            </a:schemeClr>
                          </a:solidFill>
                          <a:latin typeface="Posterama"/>
                        </a:rPr>
                        <a:t>Components</a:t>
                      </a:r>
                    </a:p>
                  </a:txBody>
                  <a:tcPr anchor="ctr"/>
                </a:tc>
                <a:extLst>
                  <a:ext uri="{0D108BD9-81ED-4DB2-BD59-A6C34878D82A}">
                    <a16:rowId xmlns:a16="http://schemas.microsoft.com/office/drawing/2014/main" val="627586228"/>
                  </a:ext>
                </a:extLst>
              </a:tr>
              <a:tr h="0">
                <a:tc>
                  <a:txBody>
                    <a:bodyPr/>
                    <a:lstStyle/>
                    <a:p>
                      <a:pPr>
                        <a:buNone/>
                      </a:pPr>
                      <a:r>
                        <a:rPr lang="en-US" sz="1600" b="1" dirty="0">
                          <a:solidFill>
                            <a:schemeClr val="bg2">
                              <a:lumMod val="25000"/>
                            </a:schemeClr>
                          </a:solidFill>
                          <a:latin typeface="Posterama"/>
                        </a:rPr>
                        <a:t>Data Source</a:t>
                      </a:r>
                    </a:p>
                  </a:txBody>
                  <a:tcPr anchor="ctr"/>
                </a:tc>
                <a:tc>
                  <a:txBody>
                    <a:bodyPr/>
                    <a:lstStyle/>
                    <a:p>
                      <a:pPr>
                        <a:buNone/>
                      </a:pPr>
                      <a:r>
                        <a:rPr lang="en-US" sz="1600" b="0" dirty="0">
                          <a:solidFill>
                            <a:schemeClr val="bg2">
                              <a:lumMod val="25000"/>
                            </a:schemeClr>
                          </a:solidFill>
                          <a:latin typeface="Posterama"/>
                        </a:rPr>
                        <a:t>CSV (toxic comments dataset)</a:t>
                      </a:r>
                    </a:p>
                  </a:txBody>
                  <a:tcPr anchor="ctr"/>
                </a:tc>
                <a:extLst>
                  <a:ext uri="{0D108BD9-81ED-4DB2-BD59-A6C34878D82A}">
                    <a16:rowId xmlns:a16="http://schemas.microsoft.com/office/drawing/2014/main" val="3915446516"/>
                  </a:ext>
                </a:extLst>
              </a:tr>
              <a:tr h="0">
                <a:tc>
                  <a:txBody>
                    <a:bodyPr/>
                    <a:lstStyle/>
                    <a:p>
                      <a:pPr>
                        <a:buNone/>
                      </a:pPr>
                      <a:r>
                        <a:rPr lang="en-US" sz="1600" b="1" dirty="0">
                          <a:solidFill>
                            <a:schemeClr val="bg2">
                              <a:lumMod val="25000"/>
                            </a:schemeClr>
                          </a:solidFill>
                          <a:latin typeface="Posterama"/>
                        </a:rPr>
                        <a:t>Data Ingestion</a:t>
                      </a:r>
                    </a:p>
                  </a:txBody>
                  <a:tcPr anchor="ctr"/>
                </a:tc>
                <a:tc>
                  <a:txBody>
                    <a:bodyPr/>
                    <a:lstStyle/>
                    <a:p>
                      <a:pPr>
                        <a:buNone/>
                      </a:pPr>
                      <a:r>
                        <a:rPr lang="en-US" sz="1600" b="0" err="1">
                          <a:solidFill>
                            <a:schemeClr val="bg2">
                              <a:lumMod val="25000"/>
                            </a:schemeClr>
                          </a:solidFill>
                          <a:latin typeface="Posterama"/>
                        </a:rPr>
                        <a:t>PySpark</a:t>
                      </a:r>
                      <a:r>
                        <a:rPr lang="en-US" sz="1600" b="0" dirty="0">
                          <a:solidFill>
                            <a:schemeClr val="bg2">
                              <a:lumMod val="25000"/>
                            </a:schemeClr>
                          </a:solidFill>
                          <a:latin typeface="Posterama"/>
                        </a:rPr>
                        <a:t> (read CSV/JSON directly from local or HDFS)</a:t>
                      </a:r>
                    </a:p>
                  </a:txBody>
                  <a:tcPr anchor="ctr"/>
                </a:tc>
                <a:extLst>
                  <a:ext uri="{0D108BD9-81ED-4DB2-BD59-A6C34878D82A}">
                    <a16:rowId xmlns:a16="http://schemas.microsoft.com/office/drawing/2014/main" val="1417537080"/>
                  </a:ext>
                </a:extLst>
              </a:tr>
              <a:tr h="0">
                <a:tc>
                  <a:txBody>
                    <a:bodyPr/>
                    <a:lstStyle/>
                    <a:p>
                      <a:pPr>
                        <a:buNone/>
                      </a:pPr>
                      <a:r>
                        <a:rPr lang="en-US" sz="1600" b="1" dirty="0">
                          <a:solidFill>
                            <a:schemeClr val="bg2">
                              <a:lumMod val="25000"/>
                            </a:schemeClr>
                          </a:solidFill>
                          <a:latin typeface="Posterama"/>
                        </a:rPr>
                        <a:t>Processing Engine</a:t>
                      </a:r>
                    </a:p>
                  </a:txBody>
                  <a:tcPr anchor="ctr"/>
                </a:tc>
                <a:tc>
                  <a:txBody>
                    <a:bodyPr/>
                    <a:lstStyle/>
                    <a:p>
                      <a:pPr>
                        <a:buNone/>
                      </a:pPr>
                      <a:r>
                        <a:rPr lang="en-US" sz="1600" b="0" err="1">
                          <a:solidFill>
                            <a:schemeClr val="bg2">
                              <a:lumMod val="25000"/>
                            </a:schemeClr>
                          </a:solidFill>
                          <a:latin typeface="Posterama"/>
                        </a:rPr>
                        <a:t>PySpark</a:t>
                      </a:r>
                      <a:r>
                        <a:rPr lang="en-US" sz="1600" b="0" dirty="0">
                          <a:solidFill>
                            <a:schemeClr val="bg2">
                              <a:lumMod val="25000"/>
                            </a:schemeClr>
                          </a:solidFill>
                          <a:latin typeface="Posterama"/>
                        </a:rPr>
                        <a:t> (Spark Core, </a:t>
                      </a:r>
                      <a:r>
                        <a:rPr lang="en-US" sz="1600" b="0" err="1">
                          <a:solidFill>
                            <a:schemeClr val="bg2">
                              <a:lumMod val="25000"/>
                            </a:schemeClr>
                          </a:solidFill>
                          <a:latin typeface="Posterama"/>
                        </a:rPr>
                        <a:t>DataFrame</a:t>
                      </a:r>
                      <a:r>
                        <a:rPr lang="en-US" sz="1600" b="0" dirty="0">
                          <a:solidFill>
                            <a:schemeClr val="bg2">
                              <a:lumMod val="25000"/>
                            </a:schemeClr>
                          </a:solidFill>
                          <a:latin typeface="Posterama"/>
                        </a:rPr>
                        <a:t> API)</a:t>
                      </a:r>
                    </a:p>
                  </a:txBody>
                  <a:tcPr anchor="ctr"/>
                </a:tc>
                <a:extLst>
                  <a:ext uri="{0D108BD9-81ED-4DB2-BD59-A6C34878D82A}">
                    <a16:rowId xmlns:a16="http://schemas.microsoft.com/office/drawing/2014/main" val="2389956586"/>
                  </a:ext>
                </a:extLst>
              </a:tr>
              <a:tr h="0">
                <a:tc>
                  <a:txBody>
                    <a:bodyPr/>
                    <a:lstStyle/>
                    <a:p>
                      <a:pPr>
                        <a:buNone/>
                      </a:pPr>
                      <a:r>
                        <a:rPr lang="en-US" sz="1600" b="1" dirty="0">
                          <a:solidFill>
                            <a:schemeClr val="bg2">
                              <a:lumMod val="25000"/>
                            </a:schemeClr>
                          </a:solidFill>
                          <a:latin typeface="Posterama"/>
                        </a:rPr>
                        <a:t>NLP &amp; Model</a:t>
                      </a:r>
                    </a:p>
                  </a:txBody>
                  <a:tcPr anchor="ctr"/>
                </a:tc>
                <a:tc>
                  <a:txBody>
                    <a:bodyPr/>
                    <a:lstStyle/>
                    <a:p>
                      <a:pPr>
                        <a:buNone/>
                      </a:pPr>
                      <a:r>
                        <a:rPr lang="en-US" sz="1600" b="0" dirty="0">
                          <a:solidFill>
                            <a:schemeClr val="bg2">
                              <a:lumMod val="25000"/>
                            </a:schemeClr>
                          </a:solidFill>
                          <a:latin typeface="Posterama"/>
                        </a:rPr>
                        <a:t>Spark </a:t>
                      </a:r>
                      <a:r>
                        <a:rPr lang="en-US" sz="1600" b="0" err="1">
                          <a:solidFill>
                            <a:schemeClr val="bg2">
                              <a:lumMod val="25000"/>
                            </a:schemeClr>
                          </a:solidFill>
                          <a:latin typeface="Posterama"/>
                        </a:rPr>
                        <a:t>MLlib</a:t>
                      </a:r>
                      <a:r>
                        <a:rPr lang="en-US" sz="1600" b="0" dirty="0">
                          <a:solidFill>
                            <a:schemeClr val="bg2">
                              <a:lumMod val="25000"/>
                            </a:schemeClr>
                          </a:solidFill>
                          <a:latin typeface="Posterama"/>
                        </a:rPr>
                        <a:t> (for classification) + basic preprocessing (tokenization, TF-IDF, logistic regression)</a:t>
                      </a:r>
                    </a:p>
                  </a:txBody>
                  <a:tcPr anchor="ctr"/>
                </a:tc>
                <a:extLst>
                  <a:ext uri="{0D108BD9-81ED-4DB2-BD59-A6C34878D82A}">
                    <a16:rowId xmlns:a16="http://schemas.microsoft.com/office/drawing/2014/main" val="4227648971"/>
                  </a:ext>
                </a:extLst>
              </a:tr>
              <a:tr h="0">
                <a:tc>
                  <a:txBody>
                    <a:bodyPr/>
                    <a:lstStyle/>
                    <a:p>
                      <a:pPr>
                        <a:buNone/>
                      </a:pPr>
                      <a:r>
                        <a:rPr lang="en-US" sz="1600" b="1" dirty="0">
                          <a:solidFill>
                            <a:schemeClr val="bg2">
                              <a:lumMod val="25000"/>
                            </a:schemeClr>
                          </a:solidFill>
                          <a:latin typeface="Posterama"/>
                        </a:rPr>
                        <a:t>Serving / Output</a:t>
                      </a:r>
                    </a:p>
                  </a:txBody>
                  <a:tcPr anchor="ctr"/>
                </a:tc>
                <a:tc>
                  <a:txBody>
                    <a:bodyPr/>
                    <a:lstStyle/>
                    <a:p>
                      <a:pPr>
                        <a:buNone/>
                      </a:pPr>
                      <a:r>
                        <a:rPr lang="en-US" sz="1600" b="0" dirty="0">
                          <a:solidFill>
                            <a:schemeClr val="bg2">
                              <a:lumMod val="25000"/>
                            </a:schemeClr>
                          </a:solidFill>
                          <a:latin typeface="Posterama"/>
                        </a:rPr>
                        <a:t>Store results back as CSV with toxicity labels &amp; scores</a:t>
                      </a:r>
                    </a:p>
                  </a:txBody>
                  <a:tcPr anchor="ctr"/>
                </a:tc>
                <a:extLst>
                  <a:ext uri="{0D108BD9-81ED-4DB2-BD59-A6C34878D82A}">
                    <a16:rowId xmlns:a16="http://schemas.microsoft.com/office/drawing/2014/main" val="611685634"/>
                  </a:ext>
                </a:extLst>
              </a:tr>
              <a:tr h="0">
                <a:tc>
                  <a:txBody>
                    <a:bodyPr/>
                    <a:lstStyle/>
                    <a:p>
                      <a:pPr>
                        <a:buNone/>
                      </a:pPr>
                      <a:r>
                        <a:rPr lang="en-US" sz="1600" b="1" dirty="0">
                          <a:solidFill>
                            <a:schemeClr val="bg2">
                              <a:lumMod val="25000"/>
                            </a:schemeClr>
                          </a:solidFill>
                          <a:latin typeface="Posterama"/>
                        </a:rPr>
                        <a:t>Infrastructure</a:t>
                      </a:r>
                    </a:p>
                  </a:txBody>
                  <a:tcPr anchor="ctr"/>
                </a:tc>
                <a:tc>
                  <a:txBody>
                    <a:bodyPr/>
                    <a:lstStyle/>
                    <a:p>
                      <a:pPr>
                        <a:buNone/>
                      </a:pPr>
                      <a:r>
                        <a:rPr lang="en-US" sz="1600" b="0" dirty="0">
                          <a:solidFill>
                            <a:schemeClr val="bg2">
                              <a:lumMod val="25000"/>
                            </a:schemeClr>
                          </a:solidFill>
                          <a:latin typeface="Posterama"/>
                        </a:rPr>
                        <a:t>Local Spark / </a:t>
                      </a:r>
                      <a:r>
                        <a:rPr lang="en-US" sz="1600" b="0" dirty="0" err="1">
                          <a:solidFill>
                            <a:schemeClr val="bg2">
                              <a:lumMod val="25000"/>
                            </a:schemeClr>
                          </a:solidFill>
                          <a:latin typeface="Posterama"/>
                        </a:rPr>
                        <a:t>Jupyter</a:t>
                      </a:r>
                      <a:r>
                        <a:rPr lang="en-US" sz="1600" b="0" dirty="0">
                          <a:solidFill>
                            <a:schemeClr val="bg2">
                              <a:lumMod val="25000"/>
                            </a:schemeClr>
                          </a:solidFill>
                          <a:latin typeface="Posterama"/>
                        </a:rPr>
                        <a:t> Notebook </a:t>
                      </a:r>
                    </a:p>
                  </a:txBody>
                  <a:tcPr anchor="ctr"/>
                </a:tc>
                <a:extLst>
                  <a:ext uri="{0D108BD9-81ED-4DB2-BD59-A6C34878D82A}">
                    <a16:rowId xmlns:a16="http://schemas.microsoft.com/office/drawing/2014/main" val="1802176742"/>
                  </a:ext>
                </a:extLst>
              </a:tr>
            </a:tbl>
          </a:graphicData>
        </a:graphic>
      </p:graphicFrame>
    </p:spTree>
    <p:extLst>
      <p:ext uri="{BB962C8B-B14F-4D97-AF65-F5344CB8AC3E}">
        <p14:creationId xmlns:p14="http://schemas.microsoft.com/office/powerpoint/2010/main" val="4277670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8EF9940-7798-43AD-C821-67BE79CF3C7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C991B45-4394-B8CA-F824-0F594AFCDF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2" name="Freeform: Shape 11">
            <a:extLst>
              <a:ext uri="{FF2B5EF4-FFF2-40B4-BE49-F238E27FC236}">
                <a16:creationId xmlns:a16="http://schemas.microsoft.com/office/drawing/2014/main" id="{0C18826B-EC52-7A2E-7CCF-5C686335D0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750" y="1"/>
            <a:ext cx="12188952" cy="2452880"/>
          </a:xfrm>
          <a:custGeom>
            <a:avLst/>
            <a:gdLst>
              <a:gd name="connsiteX0" fmla="*/ 8951169 w 12178450"/>
              <a:gd name="connsiteY0" fmla="*/ 32 h 2001622"/>
              <a:gd name="connsiteX1" fmla="*/ 11653845 w 12178450"/>
              <a:gd name="connsiteY1" fmla="*/ 209874 h 2001622"/>
              <a:gd name="connsiteX2" fmla="*/ 12178450 w 12178450"/>
              <a:gd name="connsiteY2" fmla="*/ 286723 h 2001622"/>
              <a:gd name="connsiteX3" fmla="*/ 12178450 w 12178450"/>
              <a:gd name="connsiteY3" fmla="*/ 2001622 h 2001622"/>
              <a:gd name="connsiteX4" fmla="*/ 0 w 12178450"/>
              <a:gd name="connsiteY4" fmla="*/ 2001622 h 2001622"/>
              <a:gd name="connsiteX5" fmla="*/ 0 w 12178450"/>
              <a:gd name="connsiteY5" fmla="*/ 1010979 h 2001622"/>
              <a:gd name="connsiteX6" fmla="*/ 8951169 w 12178450"/>
              <a:gd name="connsiteY6" fmla="*/ 32 h 200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8450" h="2001622">
                <a:moveTo>
                  <a:pt x="8951169" y="32"/>
                </a:moveTo>
                <a:cubicBezTo>
                  <a:pt x="9704520" y="1593"/>
                  <a:pt x="10578586" y="62133"/>
                  <a:pt x="11653845" y="209874"/>
                </a:cubicBezTo>
                <a:lnTo>
                  <a:pt x="12178450" y="286723"/>
                </a:lnTo>
                <a:lnTo>
                  <a:pt x="12178450" y="2001622"/>
                </a:lnTo>
                <a:lnTo>
                  <a:pt x="0" y="2001622"/>
                </a:lnTo>
                <a:lnTo>
                  <a:pt x="0" y="1010979"/>
                </a:lnTo>
                <a:cubicBezTo>
                  <a:pt x="4768989" y="1010979"/>
                  <a:pt x="5812206" y="-6472"/>
                  <a:pt x="8951169" y="32"/>
                </a:cubicBezTo>
                <a:close/>
              </a:path>
            </a:pathLst>
          </a:custGeom>
          <a:solidFill>
            <a:schemeClr val="accent5">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bg1"/>
              </a:solidFill>
            </a:endParaRPr>
          </a:p>
        </p:txBody>
      </p:sp>
      <p:sp>
        <p:nvSpPr>
          <p:cNvPr id="14" name="Right Triangle 13">
            <a:extLst>
              <a:ext uri="{FF2B5EF4-FFF2-40B4-BE49-F238E27FC236}">
                <a16:creationId xmlns:a16="http://schemas.microsoft.com/office/drawing/2014/main" id="{3CC1D1FC-1DD6-00B1-EB57-B350CC509F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3500000">
            <a:off x="-265270" y="4918297"/>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BFE8217B-701A-7E47-AE3D-820CE3DC81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214" y="-1"/>
            <a:ext cx="12214827" cy="6858000"/>
            <a:chOff x="-6214" y="-1"/>
            <a:chExt cx="12214827" cy="6858000"/>
          </a:xfrm>
        </p:grpSpPr>
        <p:cxnSp>
          <p:nvCxnSpPr>
            <p:cNvPr id="17" name="Straight Connector 16">
              <a:extLst>
                <a:ext uri="{FF2B5EF4-FFF2-40B4-BE49-F238E27FC236}">
                  <a16:creationId xmlns:a16="http://schemas.microsoft.com/office/drawing/2014/main" id="{ACE53086-264F-87EC-8321-B8BD8E0FC5B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2816E97-C4FC-4FEB-778F-F422652299C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FF1CFF9B-CF54-800A-63AA-073DB3783FA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208C7F3-5D41-64B4-6D0A-BB1A9C730EF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D0A9F791-400D-9169-3D19-96E5034BF97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C63F16F5-9956-7748-003C-75D5DDB5D15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B1BEB5C3-9578-2B23-951E-B252E514D27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54C459B9-4571-B8D1-0483-EECD5F467D7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A5C5BAA3-BE17-3F82-8A7F-628C49D0571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1E882173-F58F-6B03-1734-D455CBD0E94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6828DA1B-FD6E-266F-3F9C-72E2EE332C0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A69E9308-B8AB-5EEF-F04C-13BA36E8C124}"/>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6056E15-6231-5E55-3A43-D1148995104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79CC0C7-C193-8D75-8F57-E29637A560A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101402ED-0EB4-E177-04FB-F2629F7459A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55241B1A-9165-BC5E-65A7-7345C175E45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9D00AEF4-234B-AA66-0F43-802873DFE57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ED8D3AE9-7479-A3D4-8608-9F36FEC9179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5966418D-4747-5113-1012-02D3C2EDE77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C59F3EAC-B338-A8F1-F384-E45ED75AB93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41AD599D-6D7A-FEFE-A44C-390DDF3B184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E1942C65-B373-3B6C-2D40-8A88B320954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1AEF25CC-BF9C-9E2F-5E4F-69B952E3157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3E64F497-1DF6-3272-585F-090A8168F73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72DF199-3C77-BDC1-5F9C-BA241383430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3EC79F60-73C2-5B27-CBAE-78A96EF779B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A82CF7BB-5746-96EC-218B-B0867429B09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F5224B18-5CFD-9D1F-C190-6A787CF113F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3A3435CF-8BCC-7FC8-D2B8-90073EEAA2A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C3215A24-E187-8EA4-2673-B9BDD2B4420F}"/>
              </a:ext>
            </a:extLst>
          </p:cNvPr>
          <p:cNvSpPr>
            <a:spLocks noGrp="1"/>
          </p:cNvSpPr>
          <p:nvPr>
            <p:ph type="ctrTitle"/>
          </p:nvPr>
        </p:nvSpPr>
        <p:spPr>
          <a:xfrm>
            <a:off x="418506" y="279114"/>
            <a:ext cx="12035377" cy="1674377"/>
          </a:xfrm>
        </p:spPr>
        <p:txBody>
          <a:bodyPr anchor="ctr">
            <a:normAutofit/>
          </a:bodyPr>
          <a:lstStyle/>
          <a:p>
            <a:pPr algn="l"/>
            <a:r>
              <a:rPr lang="en-US" dirty="0">
                <a:solidFill>
                  <a:schemeClr val="tx2"/>
                </a:solidFill>
              </a:rPr>
              <a:t>Initial data source identified</a:t>
            </a:r>
            <a:endParaRPr lang="en-US" dirty="0">
              <a:solidFill>
                <a:srgbClr val="000000"/>
              </a:solidFill>
            </a:endParaRPr>
          </a:p>
          <a:p>
            <a:pPr algn="l"/>
            <a:endParaRPr lang="en-US" dirty="0">
              <a:solidFill>
                <a:schemeClr val="tx2"/>
              </a:solidFill>
              <a:cs typeface="Posterama"/>
            </a:endParaRPr>
          </a:p>
        </p:txBody>
      </p:sp>
      <p:sp>
        <p:nvSpPr>
          <p:cNvPr id="5" name="Subtitle 4">
            <a:extLst>
              <a:ext uri="{FF2B5EF4-FFF2-40B4-BE49-F238E27FC236}">
                <a16:creationId xmlns:a16="http://schemas.microsoft.com/office/drawing/2014/main" id="{61BECFAC-E11F-0960-9F57-A37992EED325}"/>
              </a:ext>
            </a:extLst>
          </p:cNvPr>
          <p:cNvSpPr>
            <a:spLocks noGrp="1"/>
          </p:cNvSpPr>
          <p:nvPr>
            <p:ph type="subTitle" idx="1"/>
          </p:nvPr>
        </p:nvSpPr>
        <p:spPr>
          <a:xfrm>
            <a:off x="1198418" y="3174279"/>
            <a:ext cx="10482696" cy="4278599"/>
          </a:xfrm>
        </p:spPr>
        <p:txBody>
          <a:bodyPr vert="horz" lIns="91440" tIns="45720" rIns="91440" bIns="45720" rtlCol="0" anchor="t">
            <a:normAutofit/>
          </a:bodyPr>
          <a:lstStyle/>
          <a:p>
            <a:pPr algn="just"/>
            <a:r>
              <a:rPr lang="en-US" sz="2200" b="1" dirty="0">
                <a:solidFill>
                  <a:srgbClr val="202124"/>
                </a:solidFill>
                <a:latin typeface="Posterama"/>
                <a:cs typeface="Posterama"/>
              </a:rPr>
              <a:t>DATASET NAME :</a:t>
            </a:r>
            <a:r>
              <a:rPr lang="en-US" sz="2200" dirty="0">
                <a:solidFill>
                  <a:srgbClr val="202124"/>
                </a:solidFill>
                <a:latin typeface="Posterama"/>
                <a:cs typeface="Posterama"/>
              </a:rPr>
              <a:t> jigsaw-multilingual-toxic-comment-classification</a:t>
            </a:r>
          </a:p>
          <a:p>
            <a:pPr algn="just"/>
            <a:r>
              <a:rPr lang="en-US" sz="2200" b="1" dirty="0">
                <a:solidFill>
                  <a:srgbClr val="202124"/>
                </a:solidFill>
                <a:latin typeface="Posterama"/>
                <a:cs typeface="Posterama"/>
              </a:rPr>
              <a:t>SOURCE : </a:t>
            </a:r>
            <a:r>
              <a:rPr lang="en-US" sz="2200" dirty="0">
                <a:solidFill>
                  <a:srgbClr val="202124"/>
                </a:solidFill>
                <a:latin typeface="Posterama"/>
                <a:cs typeface="Posterama"/>
              </a:rPr>
              <a:t>Kaggle </a:t>
            </a:r>
          </a:p>
          <a:p>
            <a:pPr algn="just"/>
            <a:r>
              <a:rPr lang="en-US" sz="2200" b="1" dirty="0">
                <a:solidFill>
                  <a:srgbClr val="202124"/>
                </a:solidFill>
                <a:latin typeface="Posterama"/>
                <a:cs typeface="Posterama"/>
              </a:rPr>
              <a:t>SOURCE LINK : </a:t>
            </a:r>
            <a:r>
              <a:rPr lang="en-US" dirty="0">
                <a:solidFill>
                  <a:schemeClr val="tx2">
                    <a:lumMod val="49000"/>
                    <a:lumOff val="51000"/>
                  </a:schemeClr>
                </a:solidFill>
                <a:latin typeface="Posterama"/>
                <a:cs typeface="Posterama"/>
                <a:hlinkClick r:id="rId2">
                  <a:extLst>
                    <a:ext uri="{A12FA001-AC4F-418D-AE19-62706E023703}">
                      <ahyp:hlinkClr xmlns:ahyp="http://schemas.microsoft.com/office/drawing/2018/hyperlinkcolor" val="tx"/>
                    </a:ext>
                  </a:extLst>
                </a:hlinkClick>
              </a:rPr>
              <a:t>jigsaw-dataset-kaggle-link</a:t>
            </a:r>
            <a:endParaRPr lang="en-US" sz="2200">
              <a:solidFill>
                <a:schemeClr val="tx2">
                  <a:lumMod val="49000"/>
                  <a:lumOff val="51000"/>
                </a:schemeClr>
              </a:solidFill>
              <a:latin typeface="Posterama"/>
              <a:cs typeface="Posterama"/>
              <a:hlinkClick r:id="rId2">
                <a:extLst>
                  <a:ext uri="{A12FA001-AC4F-418D-AE19-62706E023703}">
                    <ahyp:hlinkClr xmlns:ahyp="http://schemas.microsoft.com/office/drawing/2018/hyperlinkcolor" val="tx"/>
                  </a:ext>
                </a:extLst>
              </a:hlinkClick>
            </a:endParaRPr>
          </a:p>
        </p:txBody>
      </p:sp>
    </p:spTree>
    <p:extLst>
      <p:ext uri="{BB962C8B-B14F-4D97-AF65-F5344CB8AC3E}">
        <p14:creationId xmlns:p14="http://schemas.microsoft.com/office/powerpoint/2010/main" val="4577849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8A0589-9F09-F9D8-3781-21DEB80E066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C344348-3422-6F50-6CC5-0129DB591D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0" name="Rectangle 9">
            <a:extLst>
              <a:ext uri="{FF2B5EF4-FFF2-40B4-BE49-F238E27FC236}">
                <a16:creationId xmlns:a16="http://schemas.microsoft.com/office/drawing/2014/main" id="{FEFB5E7F-8876-C881-577C-78A59F833F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2" name="Freeform: Shape 11">
            <a:extLst>
              <a:ext uri="{FF2B5EF4-FFF2-40B4-BE49-F238E27FC236}">
                <a16:creationId xmlns:a16="http://schemas.microsoft.com/office/drawing/2014/main" id="{7DE44E82-6315-938F-D143-27FA0ECAFB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750" y="1"/>
            <a:ext cx="12188952" cy="2452880"/>
          </a:xfrm>
          <a:custGeom>
            <a:avLst/>
            <a:gdLst>
              <a:gd name="connsiteX0" fmla="*/ 8951169 w 12178450"/>
              <a:gd name="connsiteY0" fmla="*/ 32 h 2001622"/>
              <a:gd name="connsiteX1" fmla="*/ 11653845 w 12178450"/>
              <a:gd name="connsiteY1" fmla="*/ 209874 h 2001622"/>
              <a:gd name="connsiteX2" fmla="*/ 12178450 w 12178450"/>
              <a:gd name="connsiteY2" fmla="*/ 286723 h 2001622"/>
              <a:gd name="connsiteX3" fmla="*/ 12178450 w 12178450"/>
              <a:gd name="connsiteY3" fmla="*/ 2001622 h 2001622"/>
              <a:gd name="connsiteX4" fmla="*/ 0 w 12178450"/>
              <a:gd name="connsiteY4" fmla="*/ 2001622 h 2001622"/>
              <a:gd name="connsiteX5" fmla="*/ 0 w 12178450"/>
              <a:gd name="connsiteY5" fmla="*/ 1010979 h 2001622"/>
              <a:gd name="connsiteX6" fmla="*/ 8951169 w 12178450"/>
              <a:gd name="connsiteY6" fmla="*/ 32 h 200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8450" h="2001622">
                <a:moveTo>
                  <a:pt x="8951169" y="32"/>
                </a:moveTo>
                <a:cubicBezTo>
                  <a:pt x="9704520" y="1593"/>
                  <a:pt x="10578586" y="62133"/>
                  <a:pt x="11653845" y="209874"/>
                </a:cubicBezTo>
                <a:lnTo>
                  <a:pt x="12178450" y="286723"/>
                </a:lnTo>
                <a:lnTo>
                  <a:pt x="12178450" y="2001622"/>
                </a:lnTo>
                <a:lnTo>
                  <a:pt x="0" y="2001622"/>
                </a:lnTo>
                <a:lnTo>
                  <a:pt x="0" y="1010979"/>
                </a:lnTo>
                <a:cubicBezTo>
                  <a:pt x="4768989" y="1010979"/>
                  <a:pt x="5812206" y="-6472"/>
                  <a:pt x="8951169" y="32"/>
                </a:cubicBezTo>
                <a:close/>
              </a:path>
            </a:pathLst>
          </a:custGeom>
          <a:solidFill>
            <a:schemeClr val="accent5">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bg1"/>
              </a:solidFill>
            </a:endParaRPr>
          </a:p>
        </p:txBody>
      </p:sp>
      <p:sp>
        <p:nvSpPr>
          <p:cNvPr id="14" name="Right Triangle 13">
            <a:extLst>
              <a:ext uri="{FF2B5EF4-FFF2-40B4-BE49-F238E27FC236}">
                <a16:creationId xmlns:a16="http://schemas.microsoft.com/office/drawing/2014/main" id="{DAE1D971-B447-EA8B-8CDA-D1737025EF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3500000">
            <a:off x="-265270" y="4918297"/>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1C5B6CA8-DBE0-2606-AB5D-8D98BBCE887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214" y="-1"/>
            <a:ext cx="12214827" cy="6858000"/>
            <a:chOff x="-6214" y="-1"/>
            <a:chExt cx="12214827" cy="6858000"/>
          </a:xfrm>
        </p:grpSpPr>
        <p:cxnSp>
          <p:nvCxnSpPr>
            <p:cNvPr id="17" name="Straight Connector 16">
              <a:extLst>
                <a:ext uri="{FF2B5EF4-FFF2-40B4-BE49-F238E27FC236}">
                  <a16:creationId xmlns:a16="http://schemas.microsoft.com/office/drawing/2014/main" id="{3EBA5E22-F4B6-D0D7-35CC-DDFE46FABB3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5D362B3-F9CE-B0BE-AD7D-94D2C31235B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95C2184-D0FD-AE7E-341C-8DA8EBD73BA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B19F12A-5265-4ADA-1B60-AB71BB7BF79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91155328-73CA-C64F-2204-535FC8E95F7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44B63474-D491-209F-4D0D-B9F4DB0738A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BF8BDA3F-20F0-FF9A-4723-CE82DD5C121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EE5A5C34-91EC-0030-B06D-12E78537D36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06479A59-174F-743F-925C-6E0ABFFCD31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07A32C8C-B791-7ED6-9B02-8C331F81230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72506F37-DA6A-DC87-9E48-1FD97F31EC3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893254B5-9E0A-54B8-97AD-AE91F652562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098E73A-B4FA-7389-C856-C86C4010EDF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7E1AA13B-CBC5-819D-E43A-9105954CBA4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31CB099-C52A-3419-757E-22C8137DC5C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39921B8D-742A-BF77-23C8-62EBB362547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1713E44-FD9C-B205-DC72-7F2476D35EB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AC6E0745-26C0-786F-07CB-D6212DAFDBF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1DA073A4-6711-DF82-142A-6E9E647BE55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79AF1BA-D7FB-C3C4-1CD6-3A9F1836758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1B0B32-F160-5241-2754-251BF975AEC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DD3882A9-D1E0-18ED-6CE8-9C657C3A166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6CAB370-3AF9-C2D3-107C-6C8149918AC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556AFA14-E023-2200-9994-5121E4CCF0A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F29BE86C-58AF-207E-99B6-652E599846A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6E482773-15D5-61A7-5208-678EA342DB1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FB0FE858-4330-D677-3D4E-1C6856DF99E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57D0AAB0-A060-9839-1B12-B9DF9FC9FD8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5654B950-AA4C-F192-3560-19265BEAFE0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44C9F304-5F53-72FC-24CB-0617498C86FB}"/>
              </a:ext>
            </a:extLst>
          </p:cNvPr>
          <p:cNvSpPr>
            <a:spLocks noGrp="1"/>
          </p:cNvSpPr>
          <p:nvPr>
            <p:ph type="ctrTitle"/>
          </p:nvPr>
        </p:nvSpPr>
        <p:spPr>
          <a:xfrm>
            <a:off x="418506" y="717264"/>
            <a:ext cx="12060488" cy="1674377"/>
          </a:xfrm>
        </p:spPr>
        <p:txBody>
          <a:bodyPr vert="horz" lIns="91440" tIns="45720" rIns="91440" bIns="45720" rtlCol="0" anchor="ctr">
            <a:noAutofit/>
          </a:bodyPr>
          <a:lstStyle/>
          <a:p>
            <a:pPr algn="l"/>
            <a:r>
              <a:rPr lang="en-US" dirty="0">
                <a:solidFill>
                  <a:srgbClr val="12154E"/>
                </a:solidFill>
                <a:ea typeface="+mj-lt"/>
                <a:cs typeface="+mj-lt"/>
              </a:rPr>
              <a:t>Dataset finalized and preprocessed</a:t>
            </a:r>
            <a:br>
              <a:rPr lang="en-US" dirty="0">
                <a:solidFill>
                  <a:srgbClr val="12154E"/>
                </a:solidFill>
                <a:ea typeface="+mj-lt"/>
                <a:cs typeface="+mj-lt"/>
              </a:rPr>
            </a:br>
            <a:endParaRPr lang="en-US" dirty="0">
              <a:solidFill>
                <a:srgbClr val="12154E"/>
              </a:solidFill>
              <a:ea typeface="+mj-lt"/>
              <a:cs typeface="+mj-lt"/>
            </a:endParaRPr>
          </a:p>
        </p:txBody>
      </p:sp>
      <p:sp>
        <p:nvSpPr>
          <p:cNvPr id="3" name="Subtitle 2">
            <a:extLst>
              <a:ext uri="{FF2B5EF4-FFF2-40B4-BE49-F238E27FC236}">
                <a16:creationId xmlns:a16="http://schemas.microsoft.com/office/drawing/2014/main" id="{CB14A16E-DE0D-CFA4-D1F3-6843AF7A0191}"/>
              </a:ext>
            </a:extLst>
          </p:cNvPr>
          <p:cNvSpPr>
            <a:spLocks noGrp="1"/>
          </p:cNvSpPr>
          <p:nvPr>
            <p:ph type="subTitle" idx="1"/>
          </p:nvPr>
        </p:nvSpPr>
        <p:spPr>
          <a:xfrm>
            <a:off x="417185" y="2149477"/>
            <a:ext cx="10032721" cy="739193"/>
          </a:xfrm>
        </p:spPr>
        <p:txBody>
          <a:bodyPr anchor="ctr">
            <a:normAutofit/>
          </a:bodyPr>
          <a:lstStyle/>
          <a:p>
            <a:pPr algn="l"/>
            <a:r>
              <a:rPr lang="en-US" dirty="0">
                <a:solidFill>
                  <a:schemeClr val="bg2">
                    <a:lumMod val="25000"/>
                  </a:schemeClr>
                </a:solidFill>
                <a:latin typeface="Posterama"/>
                <a:cs typeface="Posterama"/>
              </a:rPr>
              <a:t>jigsaw-multilingual-toxic-comment-classification</a:t>
            </a:r>
          </a:p>
        </p:txBody>
      </p:sp>
      <p:graphicFrame>
        <p:nvGraphicFramePr>
          <p:cNvPr id="54" name="Table 53">
            <a:extLst>
              <a:ext uri="{FF2B5EF4-FFF2-40B4-BE49-F238E27FC236}">
                <a16:creationId xmlns:a16="http://schemas.microsoft.com/office/drawing/2014/main" id="{3359A3A8-8ADF-7585-A44B-11DC945DF779}"/>
              </a:ext>
            </a:extLst>
          </p:cNvPr>
          <p:cNvGraphicFramePr>
            <a:graphicFrameLocks noGrp="1"/>
          </p:cNvGraphicFramePr>
          <p:nvPr>
            <p:extLst>
              <p:ext uri="{D42A27DB-BD31-4B8C-83A1-F6EECF244321}">
                <p14:modId xmlns:p14="http://schemas.microsoft.com/office/powerpoint/2010/main" val="1588817307"/>
              </p:ext>
            </p:extLst>
          </p:nvPr>
        </p:nvGraphicFramePr>
        <p:xfrm>
          <a:off x="409575" y="2724150"/>
          <a:ext cx="6165024" cy="4028225"/>
        </p:xfrm>
        <a:graphic>
          <a:graphicData uri="http://schemas.openxmlformats.org/drawingml/2006/table">
            <a:tbl>
              <a:tblPr bandRow="1">
                <a:tableStyleId>{5DA37D80-6434-44D0-A028-1B22A696006F}</a:tableStyleId>
              </a:tblPr>
              <a:tblGrid>
                <a:gridCol w="1162050">
                  <a:extLst>
                    <a:ext uri="{9D8B030D-6E8A-4147-A177-3AD203B41FA5}">
                      <a16:colId xmlns:a16="http://schemas.microsoft.com/office/drawing/2014/main" val="598174469"/>
                    </a:ext>
                  </a:extLst>
                </a:gridCol>
                <a:gridCol w="1541386">
                  <a:extLst>
                    <a:ext uri="{9D8B030D-6E8A-4147-A177-3AD203B41FA5}">
                      <a16:colId xmlns:a16="http://schemas.microsoft.com/office/drawing/2014/main" val="2650486459"/>
                    </a:ext>
                  </a:extLst>
                </a:gridCol>
                <a:gridCol w="710565">
                  <a:extLst>
                    <a:ext uri="{9D8B030D-6E8A-4147-A177-3AD203B41FA5}">
                      <a16:colId xmlns:a16="http://schemas.microsoft.com/office/drawing/2014/main" val="2197925942"/>
                    </a:ext>
                  </a:extLst>
                </a:gridCol>
                <a:gridCol w="2751023">
                  <a:extLst>
                    <a:ext uri="{9D8B030D-6E8A-4147-A177-3AD203B41FA5}">
                      <a16:colId xmlns:a16="http://schemas.microsoft.com/office/drawing/2014/main" val="1277369490"/>
                    </a:ext>
                  </a:extLst>
                </a:gridCol>
              </a:tblGrid>
              <a:tr h="281682">
                <a:tc>
                  <a:txBody>
                    <a:bodyPr/>
                    <a:lstStyle/>
                    <a:p>
                      <a:pPr>
                        <a:buNone/>
                      </a:pPr>
                      <a:r>
                        <a:rPr lang="en-US" sz="1100" dirty="0"/>
                        <a:t>Column Name</a:t>
                      </a:r>
                    </a:p>
                  </a:txBody>
                  <a:tcPr anchor="ctr"/>
                </a:tc>
                <a:tc>
                  <a:txBody>
                    <a:bodyPr/>
                    <a:lstStyle/>
                    <a:p>
                      <a:pPr>
                        <a:buNone/>
                      </a:pPr>
                      <a:r>
                        <a:rPr lang="en-US" sz="1100" dirty="0"/>
                        <a:t>Description</a:t>
                      </a:r>
                    </a:p>
                  </a:txBody>
                  <a:tcPr anchor="ctr"/>
                </a:tc>
                <a:tc>
                  <a:txBody>
                    <a:bodyPr/>
                    <a:lstStyle/>
                    <a:p>
                      <a:pPr>
                        <a:buNone/>
                      </a:pPr>
                      <a:r>
                        <a:rPr lang="en-US" sz="1100" dirty="0"/>
                        <a:t>Unique Values</a:t>
                      </a:r>
                    </a:p>
                  </a:txBody>
                  <a:tcPr anchor="ctr"/>
                </a:tc>
                <a:tc>
                  <a:txBody>
                    <a:bodyPr/>
                    <a:lstStyle/>
                    <a:p>
                      <a:pPr>
                        <a:buNone/>
                      </a:pPr>
                      <a:r>
                        <a:rPr lang="en-US" sz="1100" dirty="0"/>
                        <a:t>Example</a:t>
                      </a:r>
                    </a:p>
                  </a:txBody>
                  <a:tcPr anchor="ctr"/>
                </a:tc>
                <a:extLst>
                  <a:ext uri="{0D108BD9-81ED-4DB2-BD59-A6C34878D82A}">
                    <a16:rowId xmlns:a16="http://schemas.microsoft.com/office/drawing/2014/main" val="1734542367"/>
                  </a:ext>
                </a:extLst>
              </a:tr>
              <a:tr h="492944">
                <a:tc>
                  <a:txBody>
                    <a:bodyPr/>
                    <a:lstStyle/>
                    <a:p>
                      <a:pPr>
                        <a:buNone/>
                      </a:pPr>
                      <a:r>
                        <a:rPr lang="en-US" sz="1100" dirty="0"/>
                        <a:t>id</a:t>
                      </a:r>
                    </a:p>
                  </a:txBody>
                  <a:tcPr anchor="ctr"/>
                </a:tc>
                <a:tc>
                  <a:txBody>
                    <a:bodyPr/>
                    <a:lstStyle/>
                    <a:p>
                      <a:pPr>
                        <a:buNone/>
                      </a:pPr>
                      <a:r>
                        <a:rPr lang="en-US" sz="1100" dirty="0"/>
                        <a:t>Unique identifier for each comment</a:t>
                      </a:r>
                    </a:p>
                  </a:txBody>
                  <a:tcPr anchor="ctr"/>
                </a:tc>
                <a:tc>
                  <a:txBody>
                    <a:bodyPr/>
                    <a:lstStyle/>
                    <a:p>
                      <a:pPr>
                        <a:buNone/>
                      </a:pPr>
                      <a:r>
                        <a:rPr lang="en-US" sz="1100" dirty="0"/>
                        <a:t>223,549</a:t>
                      </a:r>
                    </a:p>
                  </a:txBody>
                  <a:tcPr anchor="ctr"/>
                </a:tc>
                <a:tc>
                  <a:txBody>
                    <a:bodyPr/>
                    <a:lstStyle/>
                    <a:p>
                      <a:pPr>
                        <a:buNone/>
                      </a:pPr>
                      <a:r>
                        <a:rPr lang="en-US" sz="1100" dirty="0"/>
                        <a:t>0000997932d777bf</a:t>
                      </a:r>
                    </a:p>
                  </a:txBody>
                  <a:tcPr anchor="ctr"/>
                </a:tc>
                <a:extLst>
                  <a:ext uri="{0D108BD9-81ED-4DB2-BD59-A6C34878D82A}">
                    <a16:rowId xmlns:a16="http://schemas.microsoft.com/office/drawing/2014/main" val="3572046653"/>
                  </a:ext>
                </a:extLst>
              </a:tr>
              <a:tr h="1136785">
                <a:tc>
                  <a:txBody>
                    <a:bodyPr/>
                    <a:lstStyle/>
                    <a:p>
                      <a:pPr>
                        <a:buNone/>
                      </a:pPr>
                      <a:r>
                        <a:rPr lang="en-US" sz="1100" err="1"/>
                        <a:t>comment_text</a:t>
                      </a:r>
                      <a:endParaRPr lang="en-US" sz="1100"/>
                    </a:p>
                  </a:txBody>
                  <a:tcPr anchor="ctr"/>
                </a:tc>
                <a:tc>
                  <a:txBody>
                    <a:bodyPr/>
                    <a:lstStyle/>
                    <a:p>
                      <a:pPr>
                        <a:buNone/>
                      </a:pPr>
                      <a:r>
                        <a:rPr lang="en-US" sz="1100" dirty="0"/>
                        <a:t>Raw text of the comment</a:t>
                      </a:r>
                    </a:p>
                  </a:txBody>
                  <a:tcPr anchor="ctr"/>
                </a:tc>
                <a:tc>
                  <a:txBody>
                    <a:bodyPr/>
                    <a:lstStyle/>
                    <a:p>
                      <a:pPr>
                        <a:buNone/>
                      </a:pPr>
                      <a:r>
                        <a:rPr lang="en-US" sz="1100" dirty="0"/>
                        <a:t>223,549</a:t>
                      </a:r>
                    </a:p>
                  </a:txBody>
                  <a:tcPr anchor="ctr"/>
                </a:tc>
                <a:tc>
                  <a:txBody>
                    <a:bodyPr/>
                    <a:lstStyle/>
                    <a:p>
                      <a:pPr>
                        <a:buNone/>
                      </a:pPr>
                      <a:r>
                        <a:rPr lang="en-US" sz="1100" dirty="0"/>
                        <a:t>"Explanation Why the edits made under my username Hardcore Metallica Fan were reverted?"</a:t>
                      </a:r>
                    </a:p>
                  </a:txBody>
                  <a:tcPr anchor="ctr"/>
                </a:tc>
                <a:extLst>
                  <a:ext uri="{0D108BD9-81ED-4DB2-BD59-A6C34878D82A}">
                    <a16:rowId xmlns:a16="http://schemas.microsoft.com/office/drawing/2014/main" val="2586738241"/>
                  </a:ext>
                </a:extLst>
              </a:tr>
              <a:tr h="492944">
                <a:tc>
                  <a:txBody>
                    <a:bodyPr/>
                    <a:lstStyle/>
                    <a:p>
                      <a:pPr>
                        <a:buNone/>
                      </a:pPr>
                      <a:r>
                        <a:rPr lang="en-US" sz="1100" dirty="0"/>
                        <a:t>toxic</a:t>
                      </a:r>
                    </a:p>
                  </a:txBody>
                  <a:tcPr anchor="ctr"/>
                </a:tc>
                <a:tc>
                  <a:txBody>
                    <a:bodyPr/>
                    <a:lstStyle/>
                    <a:p>
                      <a:pPr>
                        <a:buNone/>
                      </a:pPr>
                      <a:r>
                        <a:rPr lang="en-US" sz="1100" dirty="0"/>
                        <a:t>Binary label: 1 if toxic, else 0</a:t>
                      </a:r>
                    </a:p>
                  </a:txBody>
                  <a:tcPr anchor="ctr"/>
                </a:tc>
                <a:tc>
                  <a:txBody>
                    <a:bodyPr/>
                    <a:lstStyle/>
                    <a:p>
                      <a:pPr>
                        <a:buNone/>
                      </a:pPr>
                      <a:r>
                        <a:rPr lang="en-US" sz="1100" dirty="0"/>
                        <a:t>{0, 1}</a:t>
                      </a:r>
                    </a:p>
                  </a:txBody>
                  <a:tcPr anchor="ctr"/>
                </a:tc>
                <a:tc>
                  <a:txBody>
                    <a:bodyPr/>
                    <a:lstStyle/>
                    <a:p>
                      <a:pPr>
                        <a:buNone/>
                      </a:pPr>
                      <a:r>
                        <a:rPr lang="en-US" sz="1100" dirty="0"/>
                        <a:t>0</a:t>
                      </a:r>
                    </a:p>
                  </a:txBody>
                  <a:tcPr anchor="ctr"/>
                </a:tc>
                <a:extLst>
                  <a:ext uri="{0D108BD9-81ED-4DB2-BD59-A6C34878D82A}">
                    <a16:rowId xmlns:a16="http://schemas.microsoft.com/office/drawing/2014/main" val="282389647"/>
                  </a:ext>
                </a:extLst>
              </a:tr>
              <a:tr h="492944">
                <a:tc>
                  <a:txBody>
                    <a:bodyPr/>
                    <a:lstStyle/>
                    <a:p>
                      <a:pPr>
                        <a:buNone/>
                      </a:pPr>
                      <a:r>
                        <a:rPr lang="en-US" sz="1100" err="1"/>
                        <a:t>severe_toxic</a:t>
                      </a:r>
                      <a:endParaRPr lang="en-US" sz="1100"/>
                    </a:p>
                  </a:txBody>
                  <a:tcPr anchor="ctr"/>
                </a:tc>
                <a:tc>
                  <a:txBody>
                    <a:bodyPr/>
                    <a:lstStyle/>
                    <a:p>
                      <a:pPr>
                        <a:buNone/>
                      </a:pPr>
                      <a:r>
                        <a:rPr lang="en-US" sz="1100" dirty="0"/>
                        <a:t>Binary label: 1 if severely toxic, else 0</a:t>
                      </a:r>
                    </a:p>
                  </a:txBody>
                  <a:tcPr anchor="ctr"/>
                </a:tc>
                <a:tc>
                  <a:txBody>
                    <a:bodyPr/>
                    <a:lstStyle/>
                    <a:p>
                      <a:pPr>
                        <a:buNone/>
                      </a:pPr>
                      <a:r>
                        <a:rPr lang="en-US" sz="1100" dirty="0"/>
                        <a:t>{0, 1}</a:t>
                      </a:r>
                    </a:p>
                  </a:txBody>
                  <a:tcPr anchor="ctr"/>
                </a:tc>
                <a:tc>
                  <a:txBody>
                    <a:bodyPr/>
                    <a:lstStyle/>
                    <a:p>
                      <a:pPr>
                        <a:buNone/>
                      </a:pPr>
                      <a:r>
                        <a:rPr lang="en-US" sz="1100" dirty="0"/>
                        <a:t>0</a:t>
                      </a:r>
                    </a:p>
                  </a:txBody>
                  <a:tcPr anchor="ctr"/>
                </a:tc>
                <a:extLst>
                  <a:ext uri="{0D108BD9-81ED-4DB2-BD59-A6C34878D82A}">
                    <a16:rowId xmlns:a16="http://schemas.microsoft.com/office/drawing/2014/main" val="2836276185"/>
                  </a:ext>
                </a:extLst>
              </a:tr>
              <a:tr h="492944">
                <a:tc>
                  <a:txBody>
                    <a:bodyPr/>
                    <a:lstStyle/>
                    <a:p>
                      <a:pPr>
                        <a:buNone/>
                      </a:pPr>
                      <a:r>
                        <a:rPr lang="en-US" sz="1100" dirty="0"/>
                        <a:t>obscene</a:t>
                      </a:r>
                    </a:p>
                  </a:txBody>
                  <a:tcPr anchor="ctr"/>
                </a:tc>
                <a:tc>
                  <a:txBody>
                    <a:bodyPr/>
                    <a:lstStyle/>
                    <a:p>
                      <a:pPr>
                        <a:buNone/>
                      </a:pPr>
                      <a:r>
                        <a:rPr lang="en-US" sz="1100" dirty="0"/>
                        <a:t>Binary label: 1 if obscene, else 0</a:t>
                      </a:r>
                    </a:p>
                  </a:txBody>
                  <a:tcPr anchor="ctr"/>
                </a:tc>
                <a:tc>
                  <a:txBody>
                    <a:bodyPr/>
                    <a:lstStyle/>
                    <a:p>
                      <a:pPr>
                        <a:buNone/>
                      </a:pPr>
                      <a:r>
                        <a:rPr lang="en-US" sz="1100" dirty="0"/>
                        <a:t>{0, 1}</a:t>
                      </a:r>
                    </a:p>
                  </a:txBody>
                  <a:tcPr anchor="ctr"/>
                </a:tc>
                <a:tc>
                  <a:txBody>
                    <a:bodyPr/>
                    <a:lstStyle/>
                    <a:p>
                      <a:pPr>
                        <a:buNone/>
                      </a:pPr>
                      <a:r>
                        <a:rPr lang="en-US" sz="1100" dirty="0"/>
                        <a:t>0</a:t>
                      </a:r>
                    </a:p>
                  </a:txBody>
                  <a:tcPr anchor="ctr"/>
                </a:tc>
                <a:extLst>
                  <a:ext uri="{0D108BD9-81ED-4DB2-BD59-A6C34878D82A}">
                    <a16:rowId xmlns:a16="http://schemas.microsoft.com/office/drawing/2014/main" val="3512262718"/>
                  </a:ext>
                </a:extLst>
              </a:tr>
              <a:tr h="492944">
                <a:tc>
                  <a:txBody>
                    <a:bodyPr/>
                    <a:lstStyle/>
                    <a:p>
                      <a:pPr>
                        <a:buNone/>
                      </a:pPr>
                      <a:r>
                        <a:rPr lang="en-US" sz="1100" dirty="0"/>
                        <a:t>threat</a:t>
                      </a:r>
                    </a:p>
                  </a:txBody>
                  <a:tcPr anchor="ctr"/>
                </a:tc>
                <a:tc>
                  <a:txBody>
                    <a:bodyPr/>
                    <a:lstStyle/>
                    <a:p>
                      <a:pPr>
                        <a:buNone/>
                      </a:pPr>
                      <a:r>
                        <a:rPr lang="en-US" sz="1100" dirty="0"/>
                        <a:t>Binary label: 1 if threat, else 0</a:t>
                      </a:r>
                    </a:p>
                  </a:txBody>
                  <a:tcPr anchor="ctr"/>
                </a:tc>
                <a:tc>
                  <a:txBody>
                    <a:bodyPr/>
                    <a:lstStyle/>
                    <a:p>
                      <a:pPr>
                        <a:buNone/>
                      </a:pPr>
                      <a:r>
                        <a:rPr lang="en-US" sz="1100" dirty="0"/>
                        <a:t>{0, 1}</a:t>
                      </a:r>
                    </a:p>
                  </a:txBody>
                  <a:tcPr anchor="ctr"/>
                </a:tc>
                <a:tc>
                  <a:txBody>
                    <a:bodyPr/>
                    <a:lstStyle/>
                    <a:p>
                      <a:pPr>
                        <a:buNone/>
                      </a:pPr>
                      <a:r>
                        <a:rPr lang="en-US" sz="1100" dirty="0"/>
                        <a:t>0</a:t>
                      </a:r>
                    </a:p>
                  </a:txBody>
                  <a:tcPr anchor="ctr"/>
                </a:tc>
                <a:extLst>
                  <a:ext uri="{0D108BD9-81ED-4DB2-BD59-A6C34878D82A}">
                    <a16:rowId xmlns:a16="http://schemas.microsoft.com/office/drawing/2014/main" val="2239217905"/>
                  </a:ext>
                </a:extLst>
              </a:tr>
            </a:tbl>
          </a:graphicData>
        </a:graphic>
      </p:graphicFrame>
      <p:graphicFrame>
        <p:nvGraphicFramePr>
          <p:cNvPr id="56" name="Table 55">
            <a:extLst>
              <a:ext uri="{FF2B5EF4-FFF2-40B4-BE49-F238E27FC236}">
                <a16:creationId xmlns:a16="http://schemas.microsoft.com/office/drawing/2014/main" id="{81F0E9F4-068B-5963-C7A9-123AC70E4FF4}"/>
              </a:ext>
            </a:extLst>
          </p:cNvPr>
          <p:cNvGraphicFramePr>
            <a:graphicFrameLocks noGrp="1"/>
          </p:cNvGraphicFramePr>
          <p:nvPr>
            <p:extLst>
              <p:ext uri="{D42A27DB-BD31-4B8C-83A1-F6EECF244321}">
                <p14:modId xmlns:p14="http://schemas.microsoft.com/office/powerpoint/2010/main" val="1017132249"/>
              </p:ext>
            </p:extLst>
          </p:nvPr>
        </p:nvGraphicFramePr>
        <p:xfrm>
          <a:off x="6728113" y="2727613"/>
          <a:ext cx="5248104" cy="2572985"/>
        </p:xfrm>
        <a:graphic>
          <a:graphicData uri="http://schemas.openxmlformats.org/drawingml/2006/table">
            <a:tbl>
              <a:tblPr bandRow="1">
                <a:tableStyleId>{5DA37D80-6434-44D0-A028-1B22A696006F}</a:tableStyleId>
              </a:tblPr>
              <a:tblGrid>
                <a:gridCol w="930725">
                  <a:extLst>
                    <a:ext uri="{9D8B030D-6E8A-4147-A177-3AD203B41FA5}">
                      <a16:colId xmlns:a16="http://schemas.microsoft.com/office/drawing/2014/main" val="2129930262"/>
                    </a:ext>
                  </a:extLst>
                </a:gridCol>
                <a:gridCol w="1929740">
                  <a:extLst>
                    <a:ext uri="{9D8B030D-6E8A-4147-A177-3AD203B41FA5}">
                      <a16:colId xmlns:a16="http://schemas.microsoft.com/office/drawing/2014/main" val="2493809974"/>
                    </a:ext>
                  </a:extLst>
                </a:gridCol>
                <a:gridCol w="815560">
                  <a:extLst>
                    <a:ext uri="{9D8B030D-6E8A-4147-A177-3AD203B41FA5}">
                      <a16:colId xmlns:a16="http://schemas.microsoft.com/office/drawing/2014/main" val="996466710"/>
                    </a:ext>
                  </a:extLst>
                </a:gridCol>
                <a:gridCol w="1572079">
                  <a:extLst>
                    <a:ext uri="{9D8B030D-6E8A-4147-A177-3AD203B41FA5}">
                      <a16:colId xmlns:a16="http://schemas.microsoft.com/office/drawing/2014/main" val="916464518"/>
                    </a:ext>
                  </a:extLst>
                </a:gridCol>
              </a:tblGrid>
              <a:tr h="510513">
                <a:tc>
                  <a:txBody>
                    <a:bodyPr/>
                    <a:lstStyle/>
                    <a:p>
                      <a:pPr rtl="0" fontAlgn="base">
                        <a:lnSpc>
                          <a:spcPts val="1275"/>
                        </a:lnSpc>
                        <a:buNone/>
                      </a:pPr>
                      <a:r>
                        <a:rPr lang="en-US" sz="1100" dirty="0">
                          <a:effectLst/>
                        </a:rPr>
                        <a:t>insult</a:t>
                      </a:r>
                      <a:endParaRPr lang="en-US">
                        <a:effectLst/>
                      </a:endParaRPr>
                    </a:p>
                  </a:txBody>
                  <a:tcPr marL="88011" marR="88011" marT="44006" marB="44006" anchor="ctr"/>
                </a:tc>
                <a:tc>
                  <a:txBody>
                    <a:bodyPr/>
                    <a:lstStyle/>
                    <a:p>
                      <a:pPr rtl="0" fontAlgn="base">
                        <a:lnSpc>
                          <a:spcPts val="1275"/>
                        </a:lnSpc>
                        <a:buNone/>
                      </a:pPr>
                      <a:r>
                        <a:rPr lang="en-US" sz="1100" dirty="0">
                          <a:effectLst/>
                        </a:rPr>
                        <a:t>Binary label: 1 if insulting, else 0</a:t>
                      </a:r>
                      <a:endParaRPr lang="en-US">
                        <a:effectLst/>
                      </a:endParaRPr>
                    </a:p>
                  </a:txBody>
                  <a:tcPr marL="88011" marR="88011" marT="44006" marB="44006" anchor="ctr"/>
                </a:tc>
                <a:tc>
                  <a:txBody>
                    <a:bodyPr/>
                    <a:lstStyle/>
                    <a:p>
                      <a:pPr rtl="0" fontAlgn="base">
                        <a:lnSpc>
                          <a:spcPts val="1275"/>
                        </a:lnSpc>
                        <a:buNone/>
                      </a:pPr>
                      <a:r>
                        <a:rPr lang="en-US" sz="1100" dirty="0">
                          <a:effectLst/>
                        </a:rPr>
                        <a:t>{0, 1}</a:t>
                      </a:r>
                      <a:endParaRPr lang="en-US">
                        <a:effectLst/>
                      </a:endParaRPr>
                    </a:p>
                  </a:txBody>
                  <a:tcPr marL="88011" marR="88011" marT="44006" marB="44006" anchor="ctr"/>
                </a:tc>
                <a:tc>
                  <a:txBody>
                    <a:bodyPr/>
                    <a:lstStyle/>
                    <a:p>
                      <a:pPr rtl="0" fontAlgn="base">
                        <a:lnSpc>
                          <a:spcPts val="1275"/>
                        </a:lnSpc>
                        <a:buNone/>
                      </a:pPr>
                      <a:r>
                        <a:rPr lang="en-US" sz="1100" dirty="0">
                          <a:effectLst/>
                        </a:rPr>
                        <a:t>0</a:t>
                      </a:r>
                      <a:endParaRPr lang="en-US">
                        <a:effectLst/>
                      </a:endParaRPr>
                    </a:p>
                  </a:txBody>
                  <a:tcPr marL="88011" marR="88011" marT="44006" marB="44006" anchor="ctr"/>
                </a:tc>
                <a:extLst>
                  <a:ext uri="{0D108BD9-81ED-4DB2-BD59-A6C34878D82A}">
                    <a16:rowId xmlns:a16="http://schemas.microsoft.com/office/drawing/2014/main" val="1965247679"/>
                  </a:ext>
                </a:extLst>
              </a:tr>
              <a:tr h="857662">
                <a:tc>
                  <a:txBody>
                    <a:bodyPr/>
                    <a:lstStyle/>
                    <a:p>
                      <a:pPr rtl="0" fontAlgn="base">
                        <a:lnSpc>
                          <a:spcPts val="1275"/>
                        </a:lnSpc>
                        <a:buNone/>
                      </a:pPr>
                      <a:r>
                        <a:rPr lang="en-US" sz="1100" err="1">
                          <a:effectLst/>
                        </a:rPr>
                        <a:t>identity_hate</a:t>
                      </a:r>
                      <a:endParaRPr lang="en-US">
                        <a:effectLst/>
                      </a:endParaRPr>
                    </a:p>
                  </a:txBody>
                  <a:tcPr marL="88011" marR="88011" marT="44006" marB="44006" anchor="ctr"/>
                </a:tc>
                <a:tc>
                  <a:txBody>
                    <a:bodyPr/>
                    <a:lstStyle/>
                    <a:p>
                      <a:pPr rtl="0" fontAlgn="base">
                        <a:lnSpc>
                          <a:spcPts val="1275"/>
                        </a:lnSpc>
                        <a:buNone/>
                      </a:pPr>
                      <a:r>
                        <a:rPr lang="en-US" sz="1100" dirty="0">
                          <a:effectLst/>
                        </a:rPr>
                        <a:t>Binary label: 1 if hate based on identity (race, gender, etc.), else 0</a:t>
                      </a:r>
                      <a:endParaRPr lang="en-US">
                        <a:effectLst/>
                      </a:endParaRPr>
                    </a:p>
                  </a:txBody>
                  <a:tcPr marL="88011" marR="88011" marT="44006" marB="44006" anchor="ctr"/>
                </a:tc>
                <a:tc>
                  <a:txBody>
                    <a:bodyPr/>
                    <a:lstStyle/>
                    <a:p>
                      <a:pPr rtl="0" fontAlgn="base">
                        <a:lnSpc>
                          <a:spcPts val="1275"/>
                        </a:lnSpc>
                        <a:buNone/>
                      </a:pPr>
                      <a:r>
                        <a:rPr lang="en-US" sz="1100" dirty="0">
                          <a:effectLst/>
                        </a:rPr>
                        <a:t>{0, 1}</a:t>
                      </a:r>
                      <a:endParaRPr lang="en-US">
                        <a:effectLst/>
                      </a:endParaRPr>
                    </a:p>
                  </a:txBody>
                  <a:tcPr marL="88011" marR="88011" marT="44006" marB="44006" anchor="ctr"/>
                </a:tc>
                <a:tc>
                  <a:txBody>
                    <a:bodyPr/>
                    <a:lstStyle/>
                    <a:p>
                      <a:pPr rtl="0" fontAlgn="base">
                        <a:lnSpc>
                          <a:spcPts val="1275"/>
                        </a:lnSpc>
                        <a:buNone/>
                      </a:pPr>
                      <a:r>
                        <a:rPr lang="en-US" sz="1100" dirty="0">
                          <a:effectLst/>
                        </a:rPr>
                        <a:t>0</a:t>
                      </a:r>
                      <a:endParaRPr lang="en-US">
                        <a:effectLst/>
                      </a:endParaRPr>
                    </a:p>
                  </a:txBody>
                  <a:tcPr marL="88011" marR="88011" marT="44006" marB="44006" anchor="ctr"/>
                </a:tc>
                <a:extLst>
                  <a:ext uri="{0D108BD9-81ED-4DB2-BD59-A6C34878D82A}">
                    <a16:rowId xmlns:a16="http://schemas.microsoft.com/office/drawing/2014/main" val="3397187254"/>
                  </a:ext>
                </a:extLst>
              </a:tr>
              <a:tr h="602405">
                <a:tc>
                  <a:txBody>
                    <a:bodyPr/>
                    <a:lstStyle/>
                    <a:p>
                      <a:pPr rtl="0" fontAlgn="base">
                        <a:lnSpc>
                          <a:spcPts val="1275"/>
                        </a:lnSpc>
                        <a:buNone/>
                      </a:pPr>
                      <a:r>
                        <a:rPr lang="en-US" sz="1100" err="1">
                          <a:effectLst/>
                        </a:rPr>
                        <a:t>input_word_ids</a:t>
                      </a:r>
                      <a:endParaRPr lang="en-US">
                        <a:effectLst/>
                      </a:endParaRPr>
                    </a:p>
                  </a:txBody>
                  <a:tcPr marL="88011" marR="88011" marT="44006" marB="44006" anchor="ctr"/>
                </a:tc>
                <a:tc>
                  <a:txBody>
                    <a:bodyPr/>
                    <a:lstStyle/>
                    <a:p>
                      <a:pPr rtl="0" fontAlgn="base">
                        <a:lnSpc>
                          <a:spcPts val="1275"/>
                        </a:lnSpc>
                        <a:buNone/>
                      </a:pPr>
                      <a:r>
                        <a:rPr lang="en-US" sz="1100" dirty="0">
                          <a:effectLst/>
                        </a:rPr>
                        <a:t>Encoded token IDs (e.g., BERT tokenized sequence)</a:t>
                      </a:r>
                      <a:endParaRPr lang="en-US">
                        <a:effectLst/>
                      </a:endParaRPr>
                    </a:p>
                  </a:txBody>
                  <a:tcPr marL="88011" marR="88011" marT="44006" marB="44006" anchor="ctr"/>
                </a:tc>
                <a:tc>
                  <a:txBody>
                    <a:bodyPr/>
                    <a:lstStyle/>
                    <a:p>
                      <a:pPr rtl="0" fontAlgn="base">
                        <a:lnSpc>
                          <a:spcPts val="1275"/>
                        </a:lnSpc>
                        <a:buNone/>
                      </a:pPr>
                      <a:r>
                        <a:rPr lang="en-US" sz="1100" dirty="0">
                          <a:effectLst/>
                        </a:rPr>
                        <a:t>~222,273</a:t>
                      </a:r>
                      <a:endParaRPr lang="en-US">
                        <a:effectLst/>
                      </a:endParaRPr>
                    </a:p>
                  </a:txBody>
                  <a:tcPr marL="88011" marR="88011" marT="44006" marB="44006" anchor="ctr"/>
                </a:tc>
                <a:tc>
                  <a:txBody>
                    <a:bodyPr/>
                    <a:lstStyle/>
                    <a:p>
                      <a:pPr rtl="0" fontAlgn="base">
                        <a:lnSpc>
                          <a:spcPts val="1275"/>
                        </a:lnSpc>
                        <a:buNone/>
                      </a:pPr>
                      <a:r>
                        <a:rPr lang="en-US" sz="1100" dirty="0">
                          <a:effectLst/>
                        </a:rPr>
                        <a:t>(101, 27746, 31609, 11809, 24781, …)</a:t>
                      </a:r>
                      <a:endParaRPr lang="en-US">
                        <a:effectLst/>
                      </a:endParaRPr>
                    </a:p>
                  </a:txBody>
                  <a:tcPr marL="88011" marR="88011" marT="44006" marB="44006" anchor="ctr"/>
                </a:tc>
                <a:extLst>
                  <a:ext uri="{0D108BD9-81ED-4DB2-BD59-A6C34878D82A}">
                    <a16:rowId xmlns:a16="http://schemas.microsoft.com/office/drawing/2014/main" val="1655361712"/>
                  </a:ext>
                </a:extLst>
              </a:tr>
              <a:tr h="602405">
                <a:tc>
                  <a:txBody>
                    <a:bodyPr/>
                    <a:lstStyle/>
                    <a:p>
                      <a:pPr rtl="0" fontAlgn="base">
                        <a:lnSpc>
                          <a:spcPts val="1275"/>
                        </a:lnSpc>
                        <a:buNone/>
                      </a:pPr>
                      <a:r>
                        <a:rPr lang="en-US" sz="1100" err="1">
                          <a:effectLst/>
                        </a:rPr>
                        <a:t>input_mask</a:t>
                      </a:r>
                      <a:endParaRPr lang="en-US">
                        <a:effectLst/>
                      </a:endParaRPr>
                    </a:p>
                  </a:txBody>
                  <a:tcPr marL="88011" marR="88011" marT="44006" marB="44006" anchor="ctr"/>
                </a:tc>
                <a:tc>
                  <a:txBody>
                    <a:bodyPr/>
                    <a:lstStyle/>
                    <a:p>
                      <a:pPr rtl="0" fontAlgn="base">
                        <a:lnSpc>
                          <a:spcPts val="1275"/>
                        </a:lnSpc>
                        <a:buNone/>
                      </a:pPr>
                      <a:r>
                        <a:rPr lang="en-US" sz="1100" dirty="0">
                          <a:effectLst/>
                        </a:rPr>
                        <a:t>Attention mask corresponding to word IDs</a:t>
                      </a:r>
                      <a:endParaRPr lang="en-US">
                        <a:effectLst/>
                      </a:endParaRPr>
                    </a:p>
                  </a:txBody>
                  <a:tcPr marL="88011" marR="88011" marT="44006" marB="44006" anchor="ctr"/>
                </a:tc>
                <a:tc>
                  <a:txBody>
                    <a:bodyPr/>
                    <a:lstStyle/>
                    <a:p>
                      <a:pPr rtl="0" fontAlgn="base">
                        <a:lnSpc>
                          <a:spcPts val="1275"/>
                        </a:lnSpc>
                        <a:buNone/>
                      </a:pPr>
                      <a:r>
                        <a:rPr lang="en-US" sz="1100" dirty="0">
                          <a:effectLst/>
                        </a:rPr>
                        <a:t>~222,273</a:t>
                      </a:r>
                      <a:endParaRPr lang="en-US">
                        <a:effectLst/>
                      </a:endParaRPr>
                    </a:p>
                  </a:txBody>
                  <a:tcPr marL="88011" marR="88011" marT="44006" marB="44006" anchor="ctr"/>
                </a:tc>
                <a:tc>
                  <a:txBody>
                    <a:bodyPr/>
                    <a:lstStyle/>
                    <a:p>
                      <a:pPr rtl="0" fontAlgn="base">
                        <a:lnSpc>
                          <a:spcPts val="1275"/>
                        </a:lnSpc>
                        <a:buNone/>
                      </a:pPr>
                      <a:r>
                        <a:rPr lang="en-US" sz="1100" dirty="0">
                          <a:effectLst/>
                        </a:rPr>
                        <a:t>(1, 1, 1, 1, 1, 1, …, 0, 0, 0)</a:t>
                      </a:r>
                      <a:endParaRPr lang="en-US">
                        <a:effectLst/>
                      </a:endParaRPr>
                    </a:p>
                  </a:txBody>
                  <a:tcPr marL="88011" marR="88011" marT="44006" marB="44006" anchor="ctr"/>
                </a:tc>
                <a:extLst>
                  <a:ext uri="{0D108BD9-81ED-4DB2-BD59-A6C34878D82A}">
                    <a16:rowId xmlns:a16="http://schemas.microsoft.com/office/drawing/2014/main" val="382642977"/>
                  </a:ext>
                </a:extLst>
              </a:tr>
            </a:tbl>
          </a:graphicData>
        </a:graphic>
      </p:graphicFrame>
    </p:spTree>
    <p:extLst>
      <p:ext uri="{BB962C8B-B14F-4D97-AF65-F5344CB8AC3E}">
        <p14:creationId xmlns:p14="http://schemas.microsoft.com/office/powerpoint/2010/main" val="12474841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781EBB5-B584-FC83-0EC6-D1C8B581BE4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7704A66-CFB2-02FF-5C1B-60F784A955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2" name="Freeform: Shape 11">
            <a:extLst>
              <a:ext uri="{FF2B5EF4-FFF2-40B4-BE49-F238E27FC236}">
                <a16:creationId xmlns:a16="http://schemas.microsoft.com/office/drawing/2014/main" id="{E742C441-5E31-2EC3-6050-EA6D7A0216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750" y="1"/>
            <a:ext cx="12188952" cy="2452880"/>
          </a:xfrm>
          <a:custGeom>
            <a:avLst/>
            <a:gdLst>
              <a:gd name="connsiteX0" fmla="*/ 8951169 w 12178450"/>
              <a:gd name="connsiteY0" fmla="*/ 32 h 2001622"/>
              <a:gd name="connsiteX1" fmla="*/ 11653845 w 12178450"/>
              <a:gd name="connsiteY1" fmla="*/ 209874 h 2001622"/>
              <a:gd name="connsiteX2" fmla="*/ 12178450 w 12178450"/>
              <a:gd name="connsiteY2" fmla="*/ 286723 h 2001622"/>
              <a:gd name="connsiteX3" fmla="*/ 12178450 w 12178450"/>
              <a:gd name="connsiteY3" fmla="*/ 2001622 h 2001622"/>
              <a:gd name="connsiteX4" fmla="*/ 0 w 12178450"/>
              <a:gd name="connsiteY4" fmla="*/ 2001622 h 2001622"/>
              <a:gd name="connsiteX5" fmla="*/ 0 w 12178450"/>
              <a:gd name="connsiteY5" fmla="*/ 1010979 h 2001622"/>
              <a:gd name="connsiteX6" fmla="*/ 8951169 w 12178450"/>
              <a:gd name="connsiteY6" fmla="*/ 32 h 200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8450" h="2001622">
                <a:moveTo>
                  <a:pt x="8951169" y="32"/>
                </a:moveTo>
                <a:cubicBezTo>
                  <a:pt x="9704520" y="1593"/>
                  <a:pt x="10578586" y="62133"/>
                  <a:pt x="11653845" y="209874"/>
                </a:cubicBezTo>
                <a:lnTo>
                  <a:pt x="12178450" y="286723"/>
                </a:lnTo>
                <a:lnTo>
                  <a:pt x="12178450" y="2001622"/>
                </a:lnTo>
                <a:lnTo>
                  <a:pt x="0" y="2001622"/>
                </a:lnTo>
                <a:lnTo>
                  <a:pt x="0" y="1010979"/>
                </a:lnTo>
                <a:cubicBezTo>
                  <a:pt x="4768989" y="1010979"/>
                  <a:pt x="5812206" y="-6472"/>
                  <a:pt x="8951169" y="32"/>
                </a:cubicBezTo>
                <a:close/>
              </a:path>
            </a:pathLst>
          </a:custGeom>
          <a:solidFill>
            <a:schemeClr val="accent5">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bg1"/>
              </a:solidFill>
            </a:endParaRPr>
          </a:p>
        </p:txBody>
      </p:sp>
      <p:sp>
        <p:nvSpPr>
          <p:cNvPr id="14" name="Right Triangle 13">
            <a:extLst>
              <a:ext uri="{FF2B5EF4-FFF2-40B4-BE49-F238E27FC236}">
                <a16:creationId xmlns:a16="http://schemas.microsoft.com/office/drawing/2014/main" id="{FCC7643F-47FA-71C2-ED4D-D3D83A2CFC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3500000">
            <a:off x="-265270" y="4918297"/>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95D24856-AC31-9B58-F70D-4EC7E4CC8B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214" y="-1"/>
            <a:ext cx="12214827" cy="6858000"/>
            <a:chOff x="-6214" y="-1"/>
            <a:chExt cx="12214827" cy="6858000"/>
          </a:xfrm>
        </p:grpSpPr>
        <p:cxnSp>
          <p:nvCxnSpPr>
            <p:cNvPr id="17" name="Straight Connector 16">
              <a:extLst>
                <a:ext uri="{FF2B5EF4-FFF2-40B4-BE49-F238E27FC236}">
                  <a16:creationId xmlns:a16="http://schemas.microsoft.com/office/drawing/2014/main" id="{5973B533-EB61-69B6-1ED9-25A1C0DCA1A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E83A04C-0C0B-B46B-0DDA-78F2CD1A80A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AE37099-26E7-1875-F845-32023E675B8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E6531ED-A645-04A4-95E4-6F1D63911AB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458BBAD0-2DB0-335C-43F9-302EBB59308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214873E6-7C31-DAAC-6FEF-7AECC31B395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87684A0D-4C6C-CF09-F498-F15D8DF41F6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3991C79C-C9A6-72C5-4733-9689A6FF3D64}"/>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48147EC1-9BDC-9038-4C48-5D75346AC10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7979CD-81F9-EC35-65B8-3965B044918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EEE1317-40E4-5991-EE2C-0C5871DC206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42655FA9-A449-8837-566D-666836371E0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742D0FBD-25B9-E7BC-AF81-2A4DF2BDA6B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1029F2BE-442E-9311-B66E-378E151E274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26B0D07-843C-13DF-68C9-06B8D334BA2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B288C2E6-C9EB-80F8-140C-E2EFCBB4E01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E9977BF-1DBC-BA96-D9D6-2AEA3C5F13C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CB8B0C60-7AF9-531A-82EB-03011D28D76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B2CFB0AF-7BD4-6947-B993-0CD0DD18A4A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456E24F6-0A97-9B59-C157-17DB76D610B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379AD84-1406-B2D7-76E1-640668465E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B0B11884-706F-82BB-2976-442FA8516D2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81B99EC1-5621-D8FC-8D04-BB3FEF92D98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58E12CE-D53C-7CBB-F094-98F360F88DA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3DBB6CF9-0DFE-690D-80D6-F7BC8C6BA7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80003E3-B67E-C930-91BF-1972AD1BC5F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FFD34E2-DEAD-6E82-A5DB-7ECCB6DBAB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19ADDAE7-2E28-DD03-BE94-8AA7CD00294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619C38B0-FDB5-A42D-3BBB-5138F587008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 name="Subtitle 2">
            <a:extLst>
              <a:ext uri="{FF2B5EF4-FFF2-40B4-BE49-F238E27FC236}">
                <a16:creationId xmlns:a16="http://schemas.microsoft.com/office/drawing/2014/main" id="{CB104BEC-4A53-5716-DC2B-8FAFF63A8F2C}"/>
              </a:ext>
            </a:extLst>
          </p:cNvPr>
          <p:cNvSpPr>
            <a:spLocks noGrp="1"/>
          </p:cNvSpPr>
          <p:nvPr/>
        </p:nvSpPr>
        <p:spPr>
          <a:xfrm>
            <a:off x="2732625" y="2223945"/>
            <a:ext cx="6742267" cy="2574919"/>
          </a:xfrm>
          <a:prstGeom prst="rect">
            <a:avLst/>
          </a:prstGeom>
        </p:spPr>
        <p:txBody>
          <a:bodyPr vert="horz" lIns="91440" tIns="45720" rIns="91440" bIns="45720" rtlCol="0" anchor="ctr">
            <a:normAutofit/>
          </a:bodyPr>
          <a:lstStyle>
            <a:lvl1pPr marL="0" indent="0" algn="ctr" defTabSz="914400" rtl="0" eaLnBrk="1" latinLnBrk="0" hangingPunct="1">
              <a:lnSpc>
                <a:spcPct val="110000"/>
              </a:lnSpc>
              <a:spcBef>
                <a:spcPts val="1000"/>
              </a:spcBef>
              <a:buClr>
                <a:schemeClr val="bg1"/>
              </a:buClr>
              <a:buSzPct val="75000"/>
              <a:buFont typeface="Arial" panose="020B0604020202020204" pitchFamily="34" charset="0"/>
              <a:buNone/>
              <a:defRPr sz="2400" kern="1200">
                <a:solidFill>
                  <a:srgbClr val="FFFFFF"/>
                </a:solidFill>
                <a:latin typeface="+mn-lt"/>
                <a:ea typeface="+mn-ea"/>
                <a:cs typeface="+mn-cs"/>
              </a:defRPr>
            </a:lvl1pPr>
            <a:lvl2pPr marL="457200" indent="0" algn="ctr" defTabSz="914400" rtl="0" eaLnBrk="1" latinLnBrk="0" hangingPunct="1">
              <a:lnSpc>
                <a:spcPct val="110000"/>
              </a:lnSpc>
              <a:spcBef>
                <a:spcPts val="500"/>
              </a:spcBef>
              <a:buClr>
                <a:schemeClr val="bg1"/>
              </a:buClr>
              <a:buSzPct val="75000"/>
              <a:buFont typeface="Arial" panose="020B0604020202020204" pitchFamily="34" charset="0"/>
              <a:buNone/>
              <a:defRPr sz="2000" kern="1200">
                <a:solidFill>
                  <a:srgbClr val="FFFFFF"/>
                </a:solidFill>
                <a:latin typeface="+mn-lt"/>
                <a:ea typeface="+mn-ea"/>
                <a:cs typeface="+mn-cs"/>
              </a:defRPr>
            </a:lvl2pPr>
            <a:lvl3pPr marL="914400" indent="0" algn="ctr" defTabSz="914400" rtl="0" eaLnBrk="1" latinLnBrk="0" hangingPunct="1">
              <a:lnSpc>
                <a:spcPct val="110000"/>
              </a:lnSpc>
              <a:spcBef>
                <a:spcPts val="500"/>
              </a:spcBef>
              <a:buClr>
                <a:schemeClr val="bg1"/>
              </a:buClr>
              <a:buSzPct val="75000"/>
              <a:buFont typeface="Arial" panose="020B0604020202020204" pitchFamily="34" charset="0"/>
              <a:buNone/>
              <a:defRPr sz="1800" kern="1200">
                <a:solidFill>
                  <a:srgbClr val="FFFFFF"/>
                </a:solidFill>
                <a:latin typeface="+mn-lt"/>
                <a:ea typeface="+mn-ea"/>
                <a:cs typeface="+mn-cs"/>
              </a:defRPr>
            </a:lvl3pPr>
            <a:lvl4pPr marL="1371600" indent="0" algn="ctr" defTabSz="914400" rtl="0" eaLnBrk="1" latinLnBrk="0" hangingPunct="1">
              <a:lnSpc>
                <a:spcPct val="110000"/>
              </a:lnSpc>
              <a:spcBef>
                <a:spcPts val="500"/>
              </a:spcBef>
              <a:buClr>
                <a:schemeClr val="bg1"/>
              </a:buClr>
              <a:buSzPct val="75000"/>
              <a:buFont typeface="Arial" panose="020B0604020202020204" pitchFamily="34" charset="0"/>
              <a:buNone/>
              <a:defRPr sz="1600" kern="1200">
                <a:solidFill>
                  <a:srgbClr val="FFFFFF"/>
                </a:solidFill>
                <a:latin typeface="+mn-lt"/>
                <a:ea typeface="+mn-ea"/>
                <a:cs typeface="+mn-cs"/>
              </a:defRPr>
            </a:lvl4pPr>
            <a:lvl5pPr marL="1828800" indent="0" algn="ctr" defTabSz="914400" rtl="0" eaLnBrk="1" latinLnBrk="0" hangingPunct="1">
              <a:lnSpc>
                <a:spcPct val="110000"/>
              </a:lnSpc>
              <a:spcBef>
                <a:spcPts val="500"/>
              </a:spcBef>
              <a:buClr>
                <a:schemeClr val="bg1"/>
              </a:buClr>
              <a:buSzPct val="75000"/>
              <a:buFont typeface="Arial" panose="020B0604020202020204" pitchFamily="34" charset="0"/>
              <a:buNone/>
              <a:defRPr sz="1600" kern="1200">
                <a:solidFill>
                  <a:srgbClr val="FFFFFF"/>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lvl="1" algn="l"/>
            <a:r>
              <a:rPr lang="en-US" sz="6800" dirty="0">
                <a:solidFill>
                  <a:schemeClr val="bg2">
                    <a:lumMod val="25000"/>
                  </a:schemeClr>
                </a:solidFill>
                <a:latin typeface="Posterama"/>
                <a:cs typeface="Posterama"/>
              </a:rPr>
              <a:t>THANK YOU</a:t>
            </a:r>
            <a:endParaRPr lang="en-US" sz="6800">
              <a:solidFill>
                <a:schemeClr val="bg2">
                  <a:lumMod val="25000"/>
                </a:schemeClr>
              </a:solidFill>
            </a:endParaRPr>
          </a:p>
        </p:txBody>
      </p:sp>
    </p:spTree>
    <p:extLst>
      <p:ext uri="{BB962C8B-B14F-4D97-AF65-F5344CB8AC3E}">
        <p14:creationId xmlns:p14="http://schemas.microsoft.com/office/powerpoint/2010/main" val="3346855795"/>
      </p:ext>
    </p:extLst>
  </p:cSld>
  <p:clrMapOvr>
    <a:masterClrMapping/>
  </p:clrMapOvr>
</p:sld>
</file>

<file path=ppt/theme/theme1.xml><?xml version="1.0" encoding="utf-8"?>
<a:theme xmlns:a="http://schemas.openxmlformats.org/drawingml/2006/main" name="SineVTI">
  <a:themeElements>
    <a:clrScheme name="Custom 51">
      <a:dk1>
        <a:sysClr val="windowText" lastClr="000000"/>
      </a:dk1>
      <a:lt1>
        <a:sysClr val="window" lastClr="FFFFFF"/>
      </a:lt1>
      <a:dk2>
        <a:srgbClr val="12154E"/>
      </a:dk2>
      <a:lt2>
        <a:srgbClr val="EEEEEE"/>
      </a:lt2>
      <a:accent1>
        <a:srgbClr val="FD8686"/>
      </a:accent1>
      <a:accent2>
        <a:srgbClr val="B495C2"/>
      </a:accent2>
      <a:accent3>
        <a:srgbClr val="8F99BB"/>
      </a:accent3>
      <a:accent4>
        <a:srgbClr val="A3A3C1"/>
      </a:accent4>
      <a:accent5>
        <a:srgbClr val="7162FE"/>
      </a:accent5>
      <a:accent6>
        <a:srgbClr val="1EBE9B"/>
      </a:accent6>
      <a:hlink>
        <a:srgbClr val="EF08F7"/>
      </a:hlink>
      <a:folHlink>
        <a:srgbClr val="8477FE"/>
      </a:folHlink>
    </a:clrScheme>
    <a:fontScheme name="Custom 49">
      <a:majorFont>
        <a:latin typeface="Posterama"/>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ineVTI" id="{8435B2A2-1BD5-4C05-93E5-3C5388B709E3}" vid="{0D704B13-63FE-4848-A298-6B7359B95653}"/>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1"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103BB97-033D-4BAA-B9CC-722C31689A45}">
  <we:reference id="WA200003964" version="1.0.0.0" store="en-US" storeType="omex"/>
  <we:alternateReferences>
    <we:reference id="WA200003964" version="1.0.0.0" store="omex"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6</Slides>
  <Notes>0</Notes>
  <HiddenSlides>0</HiddenSlides>
  <MMClips>0</MMClip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SineVTI</vt:lpstr>
      <vt:lpstr>Detox (Chat Message Toxicity Detector)</vt:lpstr>
      <vt:lpstr>Problem Identification</vt:lpstr>
      <vt:lpstr>Tech Stack</vt:lpstr>
      <vt:lpstr>Initial data source identified </vt:lpstr>
      <vt:lpstr>Dataset finalized and preprocessed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479</cp:revision>
  <dcterms:created xsi:type="dcterms:W3CDTF">2025-08-28T08:42:56Z</dcterms:created>
  <dcterms:modified xsi:type="dcterms:W3CDTF">2025-09-20T05:50:27Z</dcterms:modified>
</cp:coreProperties>
</file>