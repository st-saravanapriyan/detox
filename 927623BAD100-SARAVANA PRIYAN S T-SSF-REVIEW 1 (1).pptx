
<file path=[Content_Types].xml><?xml version="1.0" encoding="utf-8"?>
<Types xmlns="http://schemas.openxmlformats.org/package/2006/content-types">
  <Default Extension="xml" ContentType="application/xml"/>
  <Default Extension="wmf" ContentType="image/x-wmf"/>
  <Default Extension="bin" ContentType="application/vnd.openxmlformats-officedocument.oleObject"/>
  <Default Extension="rels" ContentType="application/vnd.openxmlformats-package.relationships+xml"/>
  <Default Extension="jpeg" ContentType="image/jpeg"/>
  <Default Extension="png" ContentType="image/png"/>
  <Override PartName="/ppt/notesSlides/notesSlide9.xml" ContentType="application/vnd.openxmlformats-officedocument.presentationml.notesSlide+xml"/>
  <Override PartName="/ppt/notesSlides/notesSlide7.xml" ContentType="application/vnd.openxmlformats-officedocument.presentationml.notesSlide+xml"/>
  <Override PartName="/ppt/notesSlides/notesSlide6.xml" ContentType="application/vnd.openxmlformats-officedocument.presentationml.notesSlide+xml"/>
  <Override PartName="/ppt/notesSlides/notesSlide3.xml" ContentType="application/vnd.openxmlformats-officedocument.presentationml.notesSlide+xml"/>
  <Override PartName="/ppt/notesSlides/notesSlide1.xml" ContentType="application/vnd.openxmlformats-officedocument.presentationml.notesSlide+xml"/>
  <Override PartName="/ppt/slides/slide9.xml" ContentType="application/vnd.openxmlformats-officedocument.presentationml.slide+xml"/>
  <Override PartName="/ppt/slides/slide5.xml" ContentType="application/vnd.openxmlformats-officedocument.presentationml.slide+xml"/>
  <Override PartName="/ppt/slides/slide4.xml" ContentType="application/vnd.openxmlformats-officedocument.presentationml.slide+xml"/>
  <Override PartName="/ppt/slides/slide2.xml" ContentType="application/vnd.openxmlformats-officedocument.presentationml.slide+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slideLayouts/slideLayout6.xml" ContentType="application/vnd.openxmlformats-officedocument.presentationml.slideLayout+xml"/>
  <Override PartName="/docProps/core.xml" ContentType="application/vnd.openxmlformats-package.core-properties+xml"/>
  <Override PartName="/ppt/slideLayouts/slideLayout8.xml" ContentType="application/vnd.openxmlformats-officedocument.presentationml.slideLayout+xml"/>
  <Override PartName="/ppt/presProps.xml" ContentType="application/vnd.openxmlformats-officedocument.presentationml.presProps+xml"/>
  <Override PartName="/ppt/slideLayouts/slideLayout2.xml" ContentType="application/vnd.openxmlformats-officedocument.presentationml.slideLayout+xml"/>
  <Override PartName="/ppt/notesSlides/notesSlide8.xml" ContentType="application/vnd.openxmlformats-officedocument.presentationml.notesSlide+xml"/>
  <Override PartName="/ppt/slides/slide8.xml" ContentType="application/vnd.openxmlformats-officedocument.presentationml.slide+xml"/>
  <Override PartName="/ppt/presentation.xml" ContentType="application/vnd.openxmlformats-officedocument.presentationml.presentation.main+xml"/>
  <Override PartName="/ppt/viewProps.xml" ContentType="application/vnd.openxmlformats-officedocument.presentationml.viewProps+xml"/>
  <Override PartName="/docProps/app.xml" ContentType="application/vnd.openxmlformats-officedocument.extended-properties+xml"/>
  <Override PartName="/ppt/tableStyles.xml" ContentType="application/vnd.openxmlformats-officedocument.presentationml.tableStyles+xml"/>
  <Override PartName="/ppt/notesSlides/notesSlide2.xml" ContentType="application/vnd.openxmlformats-officedocument.presentationml.notesSlide+xml"/>
  <Override PartName="/ppt/slides/slide7.xml" ContentType="application/vnd.openxmlformats-officedocument.presentationml.slide+xml"/>
  <Override PartName="/ppt/slideLayouts/slideLayout5.xml" ContentType="application/vnd.openxmlformats-officedocument.presentationml.slideLayout+xml"/>
  <Override PartName="/ppt/slideLayouts/slideLayout1.xml" ContentType="application/vnd.openxmlformats-officedocument.presentationml.slideLayout+xml"/>
  <Override PartName="/ppt/notesSlides/notesSlide5.xml" ContentType="application/vnd.openxmlformats-officedocument.presentationml.notesSlide+xml"/>
  <Override PartName="/ppt/slideLayouts/slideLayout4.xml" ContentType="application/vnd.openxmlformats-officedocument.presentationml.slideLayout+xml"/>
  <Override PartName="/ppt/slides/slide3.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slideLayouts/slideLayout9.xml" ContentType="application/vnd.openxmlformats-officedocument.presentationml.slideLayout+xml"/>
  <Override PartName="/ppt/slideLayouts/slideLayout3.xml" ContentType="application/vnd.openxmlformats-officedocument.presentationml.slideLayout+xml"/>
  <Override PartName="/ppt/slides/slide6.xml" ContentType="application/vnd.openxmlformats-officedocument.presentationml.slide+xml"/>
  <Override PartName="/ppt/slideLayouts/slideLayout7.xml" ContentType="application/vnd.openxmlformats-officedocument.presentationml.slideLayout+xml"/>
  <Override PartName="/ppt/slideLayouts/slideLayout10.xml" ContentType="application/vnd.openxmlformats-officedocument.presentationml.slideLayout+xml"/>
  <Override PartName="/ppt/notesSlides/notesSlide4.xml" ContentType="application/vnd.openxmlformats-officedocument.presentationml.notesSlide+xml"/>
  <Override PartName="/ppt/slideLayouts/slideLayout11.xml" ContentType="application/vnd.openxmlformats-officedocument.presentationml.slideLayout+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aveSubsetFonts="1">
  <p:sldMasterIdLst>
    <p:sldMasterId id="2147483648" r:id="rId1"/>
  </p:sldMasterIdLst>
  <p:notesMasterIdLst>
    <p:notesMasterId r:id="rId13"/>
  </p:notesMasterIdLst>
  <p:sldIdLst>
    <p:sldId id="256" r:id="rId4"/>
    <p:sldId id="257" r:id="rId5"/>
    <p:sldId id="258" r:id="rId6"/>
    <p:sldId id="259" r:id="rId7"/>
    <p:sldId id="260" r:id="rId8"/>
    <p:sldId id="261" r:id="rId9"/>
    <p:sldId id="262" r:id="rId10"/>
    <p:sldId id="263" r:id="rId11"/>
    <p:sldId id="264" r:id="rId12"/>
  </p:sldIdLst>
  <p:sldSz cx="12192000" cy="6858000"/>
  <p:notesSz cx="6858000" cy="9144000"/>
  <p:defaultTextStyle>
    <a:defPPr>
      <a:defRPr lang="en-US"/>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DA37D80-6434-44D0-A028-1B22A696006F}">
  <a:tblStyle styleId="{5DA37D80-6434-44D0-A028-1B22A696006F}" styleName="Light Style 3 - Accent 2">
    <a:wholeTbl>
      <a:tcTxStyle>
        <a:fontRef idx="minor">
          <a:srgbClr val="000000"/>
        </a:fontRef>
        <a:schemeClr val="tx1"/>
      </a:tcTxStyle>
      <a:tcStyle>
        <a:tcBdr>
          <a:left>
            <a:ln w="12700">
              <a:solidFill>
                <a:schemeClr val="accent2"/>
              </a:solidFill>
            </a:ln>
          </a:left>
          <a:right>
            <a:ln w="12700">
              <a:solidFill>
                <a:schemeClr val="accent2"/>
              </a:solidFill>
            </a:ln>
          </a:right>
          <a:top>
            <a:ln w="12700">
              <a:solidFill>
                <a:schemeClr val="accent2"/>
              </a:solidFill>
            </a:ln>
          </a:top>
          <a:bottom>
            <a:ln w="12700">
              <a:solidFill>
                <a:schemeClr val="accent2"/>
              </a:solidFill>
            </a:ln>
          </a:bottom>
          <a:insideH>
            <a:ln w="12700">
              <a:solidFill>
                <a:schemeClr val="accent2"/>
              </a:solidFill>
            </a:ln>
          </a:insideH>
          <a:insideV>
            <a:ln w="12700">
              <a:solidFill>
                <a:schemeClr val="accent2"/>
              </a:solid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band2V>
      <a:tcStyle>
        <a:tcBdr/>
        <a:fill>
          <a:solidFill>
            <a:schemeClr val="accent2">
              <a:alpha val="20000"/>
            </a:schemeClr>
          </a:solidFill>
        </a:fill>
      </a:tcStyle>
    </a:band2V>
    <a:lastCol>
      <a:tcStyle>
        <a:tcBdr/>
      </a:tcStyle>
    </a:lastCol>
    <a:firstCol>
      <a:tcStyle>
        <a:tcBdr/>
      </a:tcStyle>
    </a:firstCol>
    <a:lastRow>
      <a:tcStyle>
        <a:tcBdr>
          <a:top>
            <a:ln w="50800">
              <a:solidFill>
                <a:schemeClr val="accent2"/>
              </a:solidFill>
            </a:ln>
          </a:top>
        </a:tcBdr>
        <a:fill>
          <a:noFill/>
        </a:fill>
      </a:tcStyle>
    </a:lastRow>
    <a:seCell>
      <a:tcStyle>
        <a:tcBdr/>
      </a:tcStyle>
    </a:seCell>
    <a:swCell>
      <a:tcStyle>
        <a:tcBdr/>
      </a:tcStyle>
    </a:swCell>
    <a:firstRow>
      <a:tcStyle>
        <a:tcBdr>
          <a:bottom>
            <a:ln w="25400">
              <a:solidFill>
                <a:schemeClr val="accent2"/>
              </a:solidFill>
            </a:ln>
          </a:bottom>
        </a:tcBdr>
        <a:fill>
          <a:noFill/>
        </a:fill>
      </a:tcStyle>
    </a:firstRow>
    <a:neCell>
      <a:tcStyle>
        <a:tcBdr/>
      </a:tcStyle>
    </a:neCell>
    <a:nwCell>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varScale="1">
        <p:scale>
          <a:sx n="86" d="100"/>
          <a:sy n="86" d="100"/>
        </p:scale>
        <p:origin x="96" y="888"/>
      </p:cViewPr>
      <p:guideLst>
        <p:guide pos="3840"/>
        <p:guide pos="2160" orient="horz"/>
      </p:guideLst>
    </p:cSldViewPr>
  </p:slideViewPr>
  <p:gridSpacing cx="76200" cy="762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theme" Target="theme/theme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notesMaster" Target="notesMasters/notesMaster1.xml"/><Relationship Id="rId14" Type="http://schemas.openxmlformats.org/officeDocument/2006/relationships/presProps" Target="presProps.xml" /><Relationship Id="rId15" Type="http://schemas.openxmlformats.org/officeDocument/2006/relationships/tableStyles" Target="tableStyles.xml" /><Relationship Id="rId16" Type="http://schemas.openxmlformats.org/officeDocument/2006/relationships/viewProps" Target="viewProps.xml" /></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2" name="Header Placeholder 1"/>
          <p:cNvSpPr>
            <a:spLocks noGrp="1"/>
          </p:cNvSpPr>
          <p:nvPr>
            <p:ph type="hdr" sz="quarter"/>
          </p:nvPr>
        </p:nvSpPr>
        <p:spPr bwMode="auto">
          <a:xfrm>
            <a:off x="0" y="0"/>
            <a:ext cx="2971800" cy="458788"/>
          </a:xfrm>
          <a:prstGeom prst="rect">
            <a:avLst/>
          </a:prstGeom>
        </p:spPr>
        <p:txBody>
          <a:bodyPr vert="horz" lIns="91440" tIns="45720" rIns="91440" bIns="45720" rtlCol="0" anchor="ctr"/>
          <a:lstStyle>
            <a:lvl1pPr algn="l">
              <a:defRPr sz="1200"/>
            </a:lvl1pPr>
          </a:lstStyle>
          <a:p>
            <a:pPr>
              <a:defRPr/>
            </a:pPr>
            <a:endParaRPr/>
          </a:p>
        </p:txBody>
      </p:sp>
      <p:sp>
        <p:nvSpPr>
          <p:cNvPr id="3" name="Date Placeholder 2"/>
          <p:cNvSpPr>
            <a:spLocks noGrp="1"/>
          </p:cNvSpPr>
          <p:nvPr>
            <p:ph type="dt" idx="2"/>
          </p:nvPr>
        </p:nvSpPr>
        <p:spPr bwMode="auto">
          <a:xfrm>
            <a:off x="3884613" y="0"/>
            <a:ext cx="2971800" cy="458788"/>
          </a:xfrm>
          <a:prstGeom prst="rect">
            <a:avLst/>
          </a:prstGeom>
        </p:spPr>
        <p:txBody>
          <a:bodyPr vert="horz" lIns="91440" tIns="45720" rIns="91440" bIns="45720" rtlCol="0" anchor="ctr"/>
          <a:lstStyle>
            <a:lvl1pPr algn="r">
              <a:defRPr sz="1200"/>
            </a:lvl1pPr>
          </a:lstStyle>
          <a:p>
            <a:pPr>
              <a:defRPr/>
            </a:pPr>
            <a:endParaRPr/>
          </a:p>
        </p:txBody>
      </p:sp>
      <p:sp>
        <p:nvSpPr>
          <p:cNvPr id="3" name="Date Placeholder 2"/>
          <p:cNvSpPr>
            <a:spLocks noGrp="1"/>
          </p:cNvSpPr>
          <p:nvPr>
            <p:ph type="dt" idx="3"/>
          </p:nvPr>
        </p:nvSpPr>
        <p:spPr bwMode="auto">
          <a:xfrm>
            <a:off x="3884613" y="0"/>
            <a:ext cx="2971800" cy="458788"/>
          </a:xfrm>
          <a:prstGeom prst="rect">
            <a:avLst/>
          </a:prstGeom>
        </p:spPr>
        <p:txBody>
          <a:bodyPr vert="horz" lIns="91440" tIns="45720" rIns="91440" bIns="45720" rtlCol="0" anchor="ctr"/>
          <a:lstStyle>
            <a:lvl1pPr algn="r">
              <a:defRPr sz="1200"/>
            </a:lvl1pPr>
          </a:lstStyle>
          <a:p>
            <a:pPr>
              <a:defRPr/>
            </a:pPr>
            <a:endParaRPr/>
          </a:p>
        </p:txBody>
      </p:sp>
      <p:sp>
        <p:nvSpPr>
          <p:cNvPr id="5" name="Notes Placeholder 4"/>
          <p:cNvSpPr>
            <a:spLocks noGrp="1"/>
          </p:cNvSpPr>
          <p:nvPr>
            <p:ph type="body" sz="quarter" idx="1"/>
          </p:nvPr>
        </p:nvSpPr>
        <p:spPr bwMode="auto">
          <a:xfrm>
            <a:off x="685800" y="4400550"/>
            <a:ext cx="5486400" cy="3600450"/>
          </a:xfrm>
          <a:prstGeom prst="rect">
            <a:avLst/>
          </a:prstGeom>
        </p:spPr>
        <p:txBody>
          <a:bodyPr vert="horz" lIns="91440" tIns="45720" rIns="91440" bIns="45720" rtlCol="0" anchor="ctr"/>
          <a:lstStyle/>
          <a:p>
            <a:pPr>
              <a:defRPr/>
            </a:pPr>
            <a:endParaRPr/>
          </a:p>
        </p:txBody>
      </p:sp>
      <p:sp>
        <p:nvSpPr>
          <p:cNvPr id="6" name="Footer Placeholder 5"/>
          <p:cNvSpPr>
            <a:spLocks noGrp="1"/>
          </p:cNvSpPr>
          <p:nvPr>
            <p:ph type="ftr" sz="quarter" idx="4"/>
          </p:nvPr>
        </p:nvSpPr>
        <p:spPr bwMode="auto">
          <a:xfrm>
            <a:off x="0" y="8685213"/>
            <a:ext cx="2971800" cy="458787"/>
          </a:xfrm>
          <a:prstGeom prst="rect">
            <a:avLst/>
          </a:prstGeom>
        </p:spPr>
        <p:txBody>
          <a:bodyPr vert="horz" lIns="91440" tIns="45720" rIns="91440" bIns="45720" rtlCol="0" anchor="b"/>
          <a:lstStyle>
            <a:lvl1pPr algn="l">
              <a:defRPr sz="1200"/>
            </a:lvl1pPr>
          </a:lstStyle>
          <a:p>
            <a:pPr>
              <a:defRPr/>
            </a:pPr>
            <a:endParaRPr/>
          </a:p>
        </p:txBody>
      </p:sp>
      <p:sp>
        <p:nvSpPr>
          <p:cNvPr id="7" name="Slide Number Placeholder 6"/>
          <p:cNvSpPr>
            <a:spLocks noGrp="1"/>
          </p:cNvSpPr>
          <p:nvPr>
            <p:ph type="sldNum" sz="quarter" idx="10"/>
          </p:nvPr>
        </p:nvSpPr>
        <p:spPr bwMode="auto">
          <a:xfrm>
            <a:off x="3884613" y="8685213"/>
            <a:ext cx="2971800" cy="458787"/>
          </a:xfrm>
          <a:prstGeom prst="rect">
            <a:avLst/>
          </a:prstGeom>
        </p:spPr>
        <p:txBody>
          <a:bodyPr vert="horz" lIns="91440" tIns="45720" rIns="91440" bIns="45720" rtlCol="0" anchor="b"/>
          <a:lstStyle>
            <a:lvl1pPr algn="r">
              <a:defRPr sz="1200"/>
            </a:lvl1pPr>
          </a:lstStyle>
          <a:p>
            <a:pPr>
              <a:defRPr/>
            </a:pPr>
            <a:endParaRPr/>
          </a:p>
        </p:txBody>
      </p:sp>
    </p:spTree>
  </p:cSld>
  <p:clrMap bg1="lt1" tx1="dk1" bg2="lt2" tx2="dk2" accent1="accent1" accent2="accent2" accent3="accent3" accent4="accent4" accent5="accent5" accent6="accent6" hlink="hlink" folHlink="folHlink"/>
  <p:notesStyle>
    <a:lvl1pPr marL="0" algn="l" defTabSz="914400">
      <a:defRPr sz="1200">
        <a:solidFill>
          <a:schemeClr val="tx1"/>
        </a:solidFill>
        <a:latin typeface="+mn-lt"/>
        <a:ea typeface="+mn-ea"/>
        <a:cs typeface="+mn-cs"/>
      </a:defRPr>
    </a:lvl1pPr>
    <a:lvl2pPr marL="457200" algn="l" defTabSz="914400">
      <a:defRPr sz="1200">
        <a:solidFill>
          <a:schemeClr val="tx1"/>
        </a:solidFill>
        <a:latin typeface="+mn-lt"/>
        <a:ea typeface="+mn-ea"/>
        <a:cs typeface="+mn-cs"/>
      </a:defRPr>
    </a:lvl2pPr>
    <a:lvl3pPr marL="914400" algn="l" defTabSz="914400">
      <a:defRPr sz="1200">
        <a:solidFill>
          <a:schemeClr val="tx1"/>
        </a:solidFill>
        <a:latin typeface="+mn-lt"/>
        <a:ea typeface="+mn-ea"/>
        <a:cs typeface="+mn-cs"/>
      </a:defRPr>
    </a:lvl3pPr>
    <a:lvl4pPr marL="1371600" algn="l" defTabSz="914400">
      <a:defRPr sz="1200">
        <a:solidFill>
          <a:schemeClr val="tx1"/>
        </a:solidFill>
        <a:latin typeface="+mn-lt"/>
        <a:ea typeface="+mn-ea"/>
        <a:cs typeface="+mn-cs"/>
      </a:defRPr>
    </a:lvl4pPr>
    <a:lvl5pPr marL="1828800" algn="l" defTabSz="914400">
      <a:defRPr sz="1200">
        <a:solidFill>
          <a:schemeClr val="tx1"/>
        </a:solidFill>
        <a:latin typeface="+mn-lt"/>
        <a:ea typeface="+mn-ea"/>
        <a:cs typeface="+mn-cs"/>
      </a:defRPr>
    </a:lvl5pPr>
    <a:lvl6pPr marL="2286000" algn="l" defTabSz="914400">
      <a:defRPr sz="1200">
        <a:solidFill>
          <a:schemeClr val="tx1"/>
        </a:solidFill>
        <a:latin typeface="+mn-lt"/>
        <a:ea typeface="+mn-ea"/>
        <a:cs typeface="+mn-cs"/>
      </a:defRPr>
    </a:lvl6pPr>
    <a:lvl7pPr marL="2743200" algn="l" defTabSz="914400">
      <a:defRPr sz="1200">
        <a:solidFill>
          <a:schemeClr val="tx1"/>
        </a:solidFill>
        <a:latin typeface="+mn-lt"/>
        <a:ea typeface="+mn-ea"/>
        <a:cs typeface="+mn-cs"/>
      </a:defRPr>
    </a:lvl7pPr>
    <a:lvl8pPr marL="3200400" algn="l" defTabSz="914400">
      <a:defRPr sz="1200">
        <a:solidFill>
          <a:schemeClr val="tx1"/>
        </a:solidFill>
        <a:latin typeface="+mn-lt"/>
        <a:ea typeface="+mn-ea"/>
        <a:cs typeface="+mn-cs"/>
      </a:defRPr>
    </a:lvl8pPr>
    <a:lvl9pPr marL="3657600" algn="l" defTabSz="91440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A9544FF3-12DD-23D3-6E3B-4FA4247272A6}" type="slidenum">
              <a:rPr/>
              <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92AB16A1-C522-BEF6-B034-ABA083287B9E}" type="slidenum">
              <a:rPr/>
              <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25941667-E717-2367-926C-14CCD669A01E}" type="slidenum">
              <a:rPr/>
              <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758A51A7-EED1-E39E-D37F-1ACD4F7A82D2}" type="slidenum">
              <a:rPr/>
              <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733D5221-2CAD-6BEA-051F-20ECBED74D24}" type="slidenum">
              <a:rPr/>
              <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47955585" name="Slide Image Placeholder 1"/>
          <p:cNvSpPr>
            <a:spLocks noChangeAspect="1" noGrp="1" noRot="1"/>
          </p:cNvSpPr>
          <p:nvPr>
            <p:ph type="sldImg"/>
          </p:nvPr>
        </p:nvSpPr>
        <p:spPr bwMode="auto"/>
      </p:sp>
      <p:sp>
        <p:nvSpPr>
          <p:cNvPr id="773891371" name="Notes Placeholder 2"/>
          <p:cNvSpPr>
            <a:spLocks noGrp="1"/>
          </p:cNvSpPr>
          <p:nvPr>
            <p:ph type="body" idx="1"/>
          </p:nvPr>
        </p:nvSpPr>
        <p:spPr bwMode="auto"/>
        <p:txBody>
          <a:bodyPr/>
          <a:lstStyle/>
          <a:p>
            <a:pPr>
              <a:defRPr/>
            </a:pPr>
            <a:endParaRPr/>
          </a:p>
        </p:txBody>
      </p:sp>
      <p:sp>
        <p:nvSpPr>
          <p:cNvPr id="2078487128" name="Slide Number Placeholder 3"/>
          <p:cNvSpPr>
            <a:spLocks noGrp="1"/>
          </p:cNvSpPr>
          <p:nvPr>
            <p:ph type="sldNum" sz="quarter" idx="10"/>
          </p:nvPr>
        </p:nvSpPr>
        <p:spPr bwMode="auto"/>
        <p:txBody>
          <a:bodyPr/>
          <a:lstStyle/>
          <a:p>
            <a:pPr>
              <a:defRPr/>
            </a:pPr>
            <a:fld id="{6B0FE726-4E47-DF89-9BD7-15E47E49A192}" type="slidenum">
              <a:rPr/>
              <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35220675" name="Slide Image Placeholder 1"/>
          <p:cNvSpPr>
            <a:spLocks noChangeAspect="1" noGrp="1" noRot="1"/>
          </p:cNvSpPr>
          <p:nvPr>
            <p:ph type="sldImg"/>
          </p:nvPr>
        </p:nvSpPr>
        <p:spPr bwMode="auto"/>
      </p:sp>
      <p:sp>
        <p:nvSpPr>
          <p:cNvPr id="1384391941" name="Notes Placeholder 2"/>
          <p:cNvSpPr>
            <a:spLocks noGrp="1"/>
          </p:cNvSpPr>
          <p:nvPr>
            <p:ph type="body" idx="1"/>
          </p:nvPr>
        </p:nvSpPr>
        <p:spPr bwMode="auto"/>
        <p:txBody>
          <a:bodyPr/>
          <a:lstStyle/>
          <a:p>
            <a:pPr>
              <a:defRPr/>
            </a:pPr>
            <a:endParaRPr/>
          </a:p>
        </p:txBody>
      </p:sp>
      <p:sp>
        <p:nvSpPr>
          <p:cNvPr id="862964722" name="Slide Number Placeholder 3"/>
          <p:cNvSpPr>
            <a:spLocks noGrp="1"/>
          </p:cNvSpPr>
          <p:nvPr>
            <p:ph type="sldNum" sz="quarter" idx="10"/>
          </p:nvPr>
        </p:nvSpPr>
        <p:spPr bwMode="auto"/>
        <p:txBody>
          <a:bodyPr/>
          <a:lstStyle/>
          <a:p>
            <a:pPr>
              <a:defRPr/>
            </a:pPr>
            <a:fld id="{3E521909-A710-1704-5874-1724939F7508}" type="slidenum">
              <a:rPr/>
              <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006709303" name="Slide Image Placeholder 1"/>
          <p:cNvSpPr>
            <a:spLocks noChangeAspect="1" noGrp="1" noRot="1"/>
          </p:cNvSpPr>
          <p:nvPr>
            <p:ph type="sldImg"/>
          </p:nvPr>
        </p:nvSpPr>
        <p:spPr bwMode="auto"/>
      </p:sp>
      <p:sp>
        <p:nvSpPr>
          <p:cNvPr id="944686855" name="Notes Placeholder 2"/>
          <p:cNvSpPr>
            <a:spLocks noGrp="1"/>
          </p:cNvSpPr>
          <p:nvPr>
            <p:ph type="body" idx="1"/>
          </p:nvPr>
        </p:nvSpPr>
        <p:spPr bwMode="auto"/>
        <p:txBody>
          <a:bodyPr/>
          <a:lstStyle/>
          <a:p>
            <a:pPr>
              <a:defRPr/>
            </a:pPr>
            <a:endParaRPr/>
          </a:p>
        </p:txBody>
      </p:sp>
      <p:sp>
        <p:nvSpPr>
          <p:cNvPr id="1457313655" name="Slide Number Placeholder 3"/>
          <p:cNvSpPr>
            <a:spLocks noGrp="1"/>
          </p:cNvSpPr>
          <p:nvPr>
            <p:ph type="sldNum" sz="quarter" idx="10"/>
          </p:nvPr>
        </p:nvSpPr>
        <p:spPr bwMode="auto"/>
        <p:txBody>
          <a:bodyPr/>
          <a:lstStyle/>
          <a:p>
            <a:pPr>
              <a:defRPr/>
            </a:pPr>
            <a:fld id="{62AABCF2-DE1A-05C2-38C5-8D3AC3A19340}" type="slidenum">
              <a:rPr/>
              <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B5E115F7-FFE7-26D5-3E85-DFA1A3BAFE63}" type="slidenum">
              <a:rPr/>
              <a:t/>
            </a:fld>
            <a:endParaRP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itle" userDrawn="1">
  <p:cSld name="Title Slide">
    <p:spTree>
      <p:nvGrpSpPr>
        <p:cNvPr id="1" name=""/>
        <p:cNvGrpSpPr/>
        <p:nvPr/>
      </p:nvGrpSpPr>
      <p:grpSpPr bwMode="auto">
        <a:xfrm>
          <a:off x="0" y="0"/>
          <a:ext cx="0" cy="0"/>
          <a:chOff x="0" y="0"/>
          <a:chExt cx="0" cy="0"/>
        </a:xfrm>
      </p:grpSpPr>
      <p:sp>
        <p:nvSpPr>
          <p:cNvPr id="1632748487" name="Title 1"/>
          <p:cNvSpPr>
            <a:spLocks noGrp="1"/>
          </p:cNvSpPr>
          <p:nvPr>
            <p:ph type="ctrTitle"/>
          </p:nvPr>
        </p:nvSpPr>
        <p:spPr bwMode="auto">
          <a:xfrm>
            <a:off x="1524000" y="1122363"/>
            <a:ext cx="9144000" cy="2387600"/>
          </a:xfrm>
        </p:spPr>
        <p:txBody>
          <a:bodyPr anchor="b"/>
          <a:lstStyle>
            <a:lvl1pPr algn="ctr">
              <a:defRPr sz="5400"/>
            </a:lvl1pPr>
          </a:lstStyle>
          <a:p>
            <a:pPr>
              <a:defRPr/>
            </a:pPr>
            <a:r>
              <a:rPr lang="en-US"/>
              <a:t>Click to edit Master title style</a:t>
            </a:r>
            <a:endParaRPr lang="en-US"/>
          </a:p>
        </p:txBody>
      </p:sp>
      <p:sp>
        <p:nvSpPr>
          <p:cNvPr id="437594878" name="Subtitle 2"/>
          <p:cNvSpPr>
            <a:spLocks noGrp="1"/>
          </p:cNvSpPr>
          <p:nvPr>
            <p:ph type="subTitle" idx="1"/>
          </p:nvPr>
        </p:nvSpPr>
        <p:spPr bwMode="auto">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defRPr/>
            </a:pPr>
            <a:r>
              <a:rPr lang="en-US"/>
              <a:t>Click to edit Master subtitle style</a:t>
            </a:r>
            <a:endParaRPr/>
          </a:p>
        </p:txBody>
      </p:sp>
      <p:sp>
        <p:nvSpPr>
          <p:cNvPr id="1761719814" name="Date Placeholder 3"/>
          <p:cNvSpPr>
            <a:spLocks noGrp="1"/>
          </p:cNvSpPr>
          <p:nvPr>
            <p:ph type="dt" sz="half" idx="10"/>
          </p:nvPr>
        </p:nvSpPr>
        <p:spPr bwMode="auto"/>
        <p:txBody>
          <a:bodyPr/>
          <a:lstStyle/>
          <a:p>
            <a:pPr>
              <a:defRPr/>
            </a:pPr>
            <a:fld id="{073D55F9-11A3-4523-8F38-6BA37933791A}" type="datetime1">
              <a:rPr lang="en-US"/>
              <a:t>9/19/2025</a:t>
            </a:fld>
            <a:endParaRPr lang="en-US"/>
          </a:p>
        </p:txBody>
      </p:sp>
      <p:sp>
        <p:nvSpPr>
          <p:cNvPr id="449963086" name="Footer Placeholder 4"/>
          <p:cNvSpPr>
            <a:spLocks noGrp="1"/>
          </p:cNvSpPr>
          <p:nvPr>
            <p:ph type="ftr" sz="quarter" idx="11"/>
          </p:nvPr>
        </p:nvSpPr>
        <p:spPr bwMode="auto"/>
        <p:txBody>
          <a:bodyPr/>
          <a:lstStyle/>
          <a:p>
            <a:pPr>
              <a:defRPr/>
            </a:pPr>
            <a:r>
              <a:rPr lang="en-US"/>
              <a:t>Sample Footer Text</a:t>
            </a:r>
            <a:endParaRPr/>
          </a:p>
        </p:txBody>
      </p:sp>
      <p:sp>
        <p:nvSpPr>
          <p:cNvPr id="570426366" name="Slide Number Placeholder 5"/>
          <p:cNvSpPr>
            <a:spLocks noGrp="1"/>
          </p:cNvSpPr>
          <p:nvPr>
            <p:ph type="sldNum" sz="quarter" idx="12"/>
          </p:nvPr>
        </p:nvSpPr>
        <p:spPr bwMode="auto"/>
        <p:txBody>
          <a:bodyPr/>
          <a:lstStyle/>
          <a:p>
            <a:pPr>
              <a:defRPr/>
            </a:pPr>
            <a:fld id="{11A71338-8BA2-4C79-A6C5-5A8E30081D0C}" type="slidenum">
              <a:rPr lang="en-US"/>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obj" userDrawn="1">
  <p:cSld name="Title and Content">
    <p:spTree>
      <p:nvGrpSpPr>
        <p:cNvPr id="1" name=""/>
        <p:cNvGrpSpPr/>
        <p:nvPr/>
      </p:nvGrpSpPr>
      <p:grpSpPr bwMode="auto">
        <a:xfrm>
          <a:off x="0" y="0"/>
          <a:ext cx="0" cy="0"/>
          <a:chOff x="0" y="0"/>
          <a:chExt cx="0" cy="0"/>
        </a:xfrm>
      </p:grpSpPr>
      <p:sp>
        <p:nvSpPr>
          <p:cNvPr id="496848677" name="Title 1"/>
          <p:cNvSpPr>
            <a:spLocks noGrp="1"/>
          </p:cNvSpPr>
          <p:nvPr>
            <p:ph type="title"/>
          </p:nvPr>
        </p:nvSpPr>
        <p:spPr bwMode="auto"/>
        <p:txBody>
          <a:bodyPr/>
          <a:lstStyle/>
          <a:p>
            <a:pPr>
              <a:defRPr/>
            </a:pPr>
            <a:r>
              <a:rPr lang="en-US"/>
              <a:t>Click to edit Master title style</a:t>
            </a:r>
            <a:endParaRPr lang="en-US"/>
          </a:p>
        </p:txBody>
      </p:sp>
      <p:sp>
        <p:nvSpPr>
          <p:cNvPr id="1396182213" name="Content Placeholder 2"/>
          <p:cNvSpPr>
            <a:spLocks noGrp="1"/>
          </p:cNvSpPr>
          <p:nvPr>
            <p:ph idx="1"/>
          </p:nvPr>
        </p:nvSpPr>
        <p:spPr bwMode="auto"/>
        <p:txBody>
          <a:bodyPr/>
          <a:lstStyle>
            <a:lvl1pPr marL="228600" indent="-228600">
              <a:buFont typeface="Arial"/>
              <a:buChar char="•"/>
              <a:defRPr/>
            </a:lvl1pPr>
            <a:lvl2pPr marL="228600" indent="-228600">
              <a:buFont typeface="Arial"/>
              <a:buChar char="•"/>
              <a:defRPr/>
            </a:lvl2pPr>
            <a:lvl3pPr marL="228600" indent="-228600">
              <a:buFont typeface="Arial"/>
              <a:buChar char="•"/>
              <a:defRPr/>
            </a:lvl3pPr>
            <a:lvl4pPr marL="228600" indent="-228600">
              <a:buFont typeface="Arial"/>
              <a:buChar char="•"/>
              <a:defRPr/>
            </a:lvl4pPr>
            <a:lvl5pPr marL="228600" indent="-228600">
              <a:buFont typeface="Arial"/>
              <a:buChar char="•"/>
              <a:defRPr/>
            </a:lvl5p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1110414705" name="Date Placeholder 3"/>
          <p:cNvSpPr>
            <a:spLocks noGrp="1"/>
          </p:cNvSpPr>
          <p:nvPr>
            <p:ph type="dt" sz="half" idx="10"/>
          </p:nvPr>
        </p:nvSpPr>
        <p:spPr bwMode="auto"/>
        <p:txBody>
          <a:bodyPr/>
          <a:lstStyle/>
          <a:p>
            <a:pPr>
              <a:defRPr/>
            </a:pPr>
            <a:fld id="{1CB9D56B-6EBE-4E5F-99D9-2A3DBDF37D0A}" type="datetime1">
              <a:rPr lang="en-US"/>
              <a:t>9/19/2025</a:t>
            </a:fld>
            <a:endParaRPr lang="en-US"/>
          </a:p>
        </p:txBody>
      </p:sp>
      <p:sp>
        <p:nvSpPr>
          <p:cNvPr id="598199721" name="Footer Placeholder 4"/>
          <p:cNvSpPr>
            <a:spLocks noGrp="1"/>
          </p:cNvSpPr>
          <p:nvPr>
            <p:ph type="ftr" sz="quarter" idx="11"/>
          </p:nvPr>
        </p:nvSpPr>
        <p:spPr bwMode="auto"/>
        <p:txBody>
          <a:bodyPr/>
          <a:lstStyle/>
          <a:p>
            <a:pPr>
              <a:defRPr/>
            </a:pPr>
            <a:r>
              <a:rPr lang="en-US"/>
              <a:t>Sample Footer Text</a:t>
            </a:r>
            <a:endParaRPr/>
          </a:p>
        </p:txBody>
      </p:sp>
      <p:sp>
        <p:nvSpPr>
          <p:cNvPr id="2112171890" name="Slide Number Placeholder 5"/>
          <p:cNvSpPr>
            <a:spLocks noGrp="1"/>
          </p:cNvSpPr>
          <p:nvPr>
            <p:ph type="sldNum" sz="quarter" idx="12"/>
          </p:nvPr>
        </p:nvSpPr>
        <p:spPr bwMode="auto"/>
        <p:txBody>
          <a:bodyPr/>
          <a:lstStyle/>
          <a:p>
            <a:pPr>
              <a:defRPr/>
            </a:pPr>
            <a:fld id="{11A71338-8BA2-4C79-A6C5-5A8E30081D0C}" type="slidenum">
              <a:rPr lang="en-US"/>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secHead" userDrawn="1">
  <p:cSld name="Section Header">
    <p:spTree>
      <p:nvGrpSpPr>
        <p:cNvPr id="1" name=""/>
        <p:cNvGrpSpPr/>
        <p:nvPr/>
      </p:nvGrpSpPr>
      <p:grpSpPr bwMode="auto">
        <a:xfrm>
          <a:off x="0" y="0"/>
          <a:ext cx="0" cy="0"/>
          <a:chOff x="0" y="0"/>
          <a:chExt cx="0" cy="0"/>
        </a:xfrm>
      </p:grpSpPr>
      <p:sp>
        <p:nvSpPr>
          <p:cNvPr id="201646003" name="Title 1"/>
          <p:cNvSpPr>
            <a:spLocks noGrp="1"/>
          </p:cNvSpPr>
          <p:nvPr>
            <p:ph type="title"/>
          </p:nvPr>
        </p:nvSpPr>
        <p:spPr bwMode="auto">
          <a:xfrm>
            <a:off x="457200" y="1709738"/>
            <a:ext cx="10890250" cy="2852737"/>
          </a:xfrm>
        </p:spPr>
        <p:txBody>
          <a:bodyPr anchor="b"/>
          <a:lstStyle>
            <a:lvl1pPr>
              <a:defRPr sz="5400"/>
            </a:lvl1pPr>
          </a:lstStyle>
          <a:p>
            <a:pPr>
              <a:defRPr/>
            </a:pPr>
            <a:r>
              <a:rPr lang="en-US"/>
              <a:t>Click to edit Master title style</a:t>
            </a:r>
            <a:endParaRPr lang="en-US"/>
          </a:p>
        </p:txBody>
      </p:sp>
      <p:sp>
        <p:nvSpPr>
          <p:cNvPr id="1423347676" name="Text Placeholder 2"/>
          <p:cNvSpPr>
            <a:spLocks noGrp="1"/>
          </p:cNvSpPr>
          <p:nvPr>
            <p:ph type="body" idx="1"/>
          </p:nvPr>
        </p:nvSpPr>
        <p:spPr bwMode="auto">
          <a:xfrm>
            <a:off x="457200" y="4589463"/>
            <a:ext cx="10890250" cy="1500187"/>
          </a:xfrm>
        </p:spPr>
        <p:txBody>
          <a:bodyPr/>
          <a:lstStyle>
            <a:lvl1pPr marL="0" indent="0">
              <a:buNone/>
              <a:defRPr sz="2400">
                <a:solidFill>
                  <a:srgbClr val="FFFFFF"/>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defRPr/>
            </a:pPr>
            <a:r>
              <a:rPr lang="en-US"/>
              <a:t>Click to edit Master text styles</a:t>
            </a:r>
            <a:endParaRPr/>
          </a:p>
        </p:txBody>
      </p:sp>
      <p:sp>
        <p:nvSpPr>
          <p:cNvPr id="1377922289" name="Date Placeholder 3"/>
          <p:cNvSpPr>
            <a:spLocks noGrp="1"/>
          </p:cNvSpPr>
          <p:nvPr>
            <p:ph type="dt" sz="half" idx="10"/>
          </p:nvPr>
        </p:nvSpPr>
        <p:spPr bwMode="auto"/>
        <p:txBody>
          <a:bodyPr/>
          <a:lstStyle/>
          <a:p>
            <a:pPr>
              <a:defRPr/>
            </a:pPr>
            <a:fld id="{8C33F3CA-C7E3-432D-9282-18F13836509A}" type="datetime1">
              <a:rPr lang="en-US"/>
              <a:t>9/19/2025</a:t>
            </a:fld>
            <a:endParaRPr lang="en-US"/>
          </a:p>
        </p:txBody>
      </p:sp>
      <p:sp>
        <p:nvSpPr>
          <p:cNvPr id="1948816549" name="Footer Placeholder 4"/>
          <p:cNvSpPr>
            <a:spLocks noGrp="1"/>
          </p:cNvSpPr>
          <p:nvPr>
            <p:ph type="ftr" sz="quarter" idx="11"/>
          </p:nvPr>
        </p:nvSpPr>
        <p:spPr bwMode="auto"/>
        <p:txBody>
          <a:bodyPr/>
          <a:lstStyle/>
          <a:p>
            <a:pPr>
              <a:defRPr/>
            </a:pPr>
            <a:r>
              <a:rPr lang="en-US"/>
              <a:t>Sample Footer Text</a:t>
            </a:r>
            <a:endParaRPr/>
          </a:p>
        </p:txBody>
      </p:sp>
      <p:sp>
        <p:nvSpPr>
          <p:cNvPr id="1807474753" name="Slide Number Placeholder 5"/>
          <p:cNvSpPr>
            <a:spLocks noGrp="1"/>
          </p:cNvSpPr>
          <p:nvPr>
            <p:ph type="sldNum" sz="quarter" idx="12"/>
          </p:nvPr>
        </p:nvSpPr>
        <p:spPr bwMode="auto"/>
        <p:txBody>
          <a:bodyPr/>
          <a:lstStyle/>
          <a:p>
            <a:pPr>
              <a:defRPr/>
            </a:pPr>
            <a:fld id="{11A71338-8BA2-4C79-A6C5-5A8E30081D0C}" type="slidenum">
              <a:rPr lang="en-US"/>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woObj" userDrawn="1">
  <p:cSld name="Two Content">
    <p:spTree>
      <p:nvGrpSpPr>
        <p:cNvPr id="1" name=""/>
        <p:cNvGrpSpPr/>
        <p:nvPr/>
      </p:nvGrpSpPr>
      <p:grpSpPr bwMode="auto">
        <a:xfrm>
          <a:off x="0" y="0"/>
          <a:ext cx="0" cy="0"/>
          <a:chOff x="0" y="0"/>
          <a:chExt cx="0" cy="0"/>
        </a:xfrm>
      </p:grpSpPr>
      <p:sp>
        <p:nvSpPr>
          <p:cNvPr id="1391660328" name="Title 1"/>
          <p:cNvSpPr>
            <a:spLocks noGrp="1"/>
          </p:cNvSpPr>
          <p:nvPr>
            <p:ph type="title"/>
          </p:nvPr>
        </p:nvSpPr>
        <p:spPr bwMode="auto"/>
        <p:txBody>
          <a:bodyPr/>
          <a:lstStyle/>
          <a:p>
            <a:pPr>
              <a:defRPr/>
            </a:pPr>
            <a:r>
              <a:rPr lang="en-US"/>
              <a:t>Click to edit Master title style</a:t>
            </a:r>
            <a:endParaRPr lang="en-US"/>
          </a:p>
        </p:txBody>
      </p:sp>
      <p:sp>
        <p:nvSpPr>
          <p:cNvPr id="436592655" name="Content Placeholder 2"/>
          <p:cNvSpPr>
            <a:spLocks noGrp="1"/>
          </p:cNvSpPr>
          <p:nvPr>
            <p:ph sz="half" idx="1"/>
          </p:nvPr>
        </p:nvSpPr>
        <p:spPr bwMode="auto">
          <a:xfrm>
            <a:off x="457200" y="1825625"/>
            <a:ext cx="5562600" cy="4351338"/>
          </a:xfrm>
        </p:spPr>
        <p:txBody>
          <a:body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US"/>
          </a:p>
        </p:txBody>
      </p:sp>
      <p:sp>
        <p:nvSpPr>
          <p:cNvPr id="2076077339" name="Content Placeholder 3"/>
          <p:cNvSpPr>
            <a:spLocks noGrp="1"/>
          </p:cNvSpPr>
          <p:nvPr>
            <p:ph sz="half" idx="2"/>
          </p:nvPr>
        </p:nvSpPr>
        <p:spPr bwMode="auto">
          <a:xfrm>
            <a:off x="6172200" y="1825625"/>
            <a:ext cx="5181600" cy="4351338"/>
          </a:xfrm>
        </p:spPr>
        <p:txBody>
          <a:body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168305767" name="Date Placeholder 4"/>
          <p:cNvSpPr>
            <a:spLocks noGrp="1"/>
          </p:cNvSpPr>
          <p:nvPr>
            <p:ph type="dt" sz="half" idx="10"/>
          </p:nvPr>
        </p:nvSpPr>
        <p:spPr bwMode="auto"/>
        <p:txBody>
          <a:bodyPr/>
          <a:lstStyle/>
          <a:p>
            <a:pPr>
              <a:defRPr/>
            </a:pPr>
            <a:fld id="{75BE9C62-1337-40B8-BA50-E9F4861DB4BC}" type="datetime1">
              <a:rPr lang="en-US"/>
              <a:t>9/19/2025</a:t>
            </a:fld>
            <a:endParaRPr lang="en-US"/>
          </a:p>
        </p:txBody>
      </p:sp>
      <p:sp>
        <p:nvSpPr>
          <p:cNvPr id="1859426224" name="Footer Placeholder 5"/>
          <p:cNvSpPr>
            <a:spLocks noGrp="1"/>
          </p:cNvSpPr>
          <p:nvPr>
            <p:ph type="ftr" sz="quarter" idx="11"/>
          </p:nvPr>
        </p:nvSpPr>
        <p:spPr bwMode="auto"/>
        <p:txBody>
          <a:bodyPr/>
          <a:lstStyle/>
          <a:p>
            <a:pPr>
              <a:defRPr/>
            </a:pPr>
            <a:r>
              <a:rPr lang="en-US"/>
              <a:t>Sample Footer Text</a:t>
            </a:r>
            <a:endParaRPr/>
          </a:p>
        </p:txBody>
      </p:sp>
      <p:sp>
        <p:nvSpPr>
          <p:cNvPr id="686624662" name="Slide Number Placeholder 6"/>
          <p:cNvSpPr>
            <a:spLocks noGrp="1"/>
          </p:cNvSpPr>
          <p:nvPr>
            <p:ph type="sldNum" sz="quarter" idx="12"/>
          </p:nvPr>
        </p:nvSpPr>
        <p:spPr bwMode="auto"/>
        <p:txBody>
          <a:bodyPr/>
          <a:lstStyle/>
          <a:p>
            <a:pPr>
              <a:defRPr/>
            </a:pPr>
            <a:fld id="{11A71338-8BA2-4C79-A6C5-5A8E30081D0C}" type="slidenum">
              <a:rPr lang="en-US"/>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woTxTwoObj" userDrawn="1">
  <p:cSld name="Comparison">
    <p:spTree>
      <p:nvGrpSpPr>
        <p:cNvPr id="1" name=""/>
        <p:cNvGrpSpPr/>
        <p:nvPr/>
      </p:nvGrpSpPr>
      <p:grpSpPr bwMode="auto">
        <a:xfrm>
          <a:off x="0" y="0"/>
          <a:ext cx="0" cy="0"/>
          <a:chOff x="0" y="0"/>
          <a:chExt cx="0" cy="0"/>
        </a:xfrm>
      </p:grpSpPr>
      <p:sp>
        <p:nvSpPr>
          <p:cNvPr id="563336615" name="Title 1"/>
          <p:cNvSpPr>
            <a:spLocks noGrp="1"/>
          </p:cNvSpPr>
          <p:nvPr>
            <p:ph type="title"/>
          </p:nvPr>
        </p:nvSpPr>
        <p:spPr bwMode="auto">
          <a:xfrm>
            <a:off x="839788" y="365125"/>
            <a:ext cx="10515600" cy="1325563"/>
          </a:xfrm>
        </p:spPr>
        <p:txBody>
          <a:bodyPr/>
          <a:lstStyle/>
          <a:p>
            <a:pPr>
              <a:defRPr/>
            </a:pPr>
            <a:r>
              <a:rPr lang="en-US"/>
              <a:t>Click to edit Master title style</a:t>
            </a:r>
            <a:endParaRPr/>
          </a:p>
        </p:txBody>
      </p:sp>
      <p:sp>
        <p:nvSpPr>
          <p:cNvPr id="864744319" name="Text Placeholder 2"/>
          <p:cNvSpPr>
            <a:spLocks noGrp="1"/>
          </p:cNvSpPr>
          <p:nvPr>
            <p:ph type="body" idx="1"/>
          </p:nvPr>
        </p:nvSpPr>
        <p:spPr bwMode="auto">
          <a:xfrm>
            <a:off x="839788" y="1820863"/>
            <a:ext cx="5157787" cy="1150937"/>
          </a:xfrm>
        </p:spPr>
        <p:txBody>
          <a:bodyPr anchor="b"/>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lang="en-US"/>
              <a:t>Click to edit Master text styles</a:t>
            </a:r>
            <a:endParaRPr/>
          </a:p>
        </p:txBody>
      </p:sp>
      <p:sp>
        <p:nvSpPr>
          <p:cNvPr id="1038445243" name="Content Placeholder 3"/>
          <p:cNvSpPr>
            <a:spLocks noGrp="1"/>
          </p:cNvSpPr>
          <p:nvPr>
            <p:ph sz="half" idx="2"/>
          </p:nvPr>
        </p:nvSpPr>
        <p:spPr bwMode="auto">
          <a:xfrm>
            <a:off x="839788" y="3101975"/>
            <a:ext cx="5157787" cy="3087687"/>
          </a:xfrm>
        </p:spPr>
        <p:txBody>
          <a:body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US"/>
          </a:p>
        </p:txBody>
      </p:sp>
      <p:sp>
        <p:nvSpPr>
          <p:cNvPr id="1854390964" name="Text Placeholder 4"/>
          <p:cNvSpPr>
            <a:spLocks noGrp="1"/>
          </p:cNvSpPr>
          <p:nvPr>
            <p:ph type="body" sz="quarter" idx="3"/>
          </p:nvPr>
        </p:nvSpPr>
        <p:spPr bwMode="auto">
          <a:xfrm>
            <a:off x="6172200" y="1820863"/>
            <a:ext cx="5183188" cy="1150937"/>
          </a:xfrm>
        </p:spPr>
        <p:txBody>
          <a:bodyPr anchor="b"/>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lang="en-US"/>
              <a:t>Click to edit Master text styles</a:t>
            </a:r>
            <a:endParaRPr/>
          </a:p>
        </p:txBody>
      </p:sp>
      <p:sp>
        <p:nvSpPr>
          <p:cNvPr id="63004752" name="Content Placeholder 5"/>
          <p:cNvSpPr>
            <a:spLocks noGrp="1"/>
          </p:cNvSpPr>
          <p:nvPr>
            <p:ph sz="quarter" idx="4"/>
          </p:nvPr>
        </p:nvSpPr>
        <p:spPr bwMode="auto">
          <a:xfrm>
            <a:off x="6172200" y="3101975"/>
            <a:ext cx="5183188" cy="3087687"/>
          </a:xfrm>
        </p:spPr>
        <p:txBody>
          <a:body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US"/>
          </a:p>
        </p:txBody>
      </p:sp>
      <p:sp>
        <p:nvSpPr>
          <p:cNvPr id="514146514" name="Date Placeholder 6"/>
          <p:cNvSpPr>
            <a:spLocks noGrp="1"/>
          </p:cNvSpPr>
          <p:nvPr>
            <p:ph type="dt" sz="half" idx="10"/>
          </p:nvPr>
        </p:nvSpPr>
        <p:spPr bwMode="auto"/>
        <p:txBody>
          <a:bodyPr/>
          <a:lstStyle/>
          <a:p>
            <a:pPr>
              <a:defRPr/>
            </a:pPr>
            <a:fld id="{47C195EB-2DA3-4B24-8725-19BC22A7BE50}" type="datetime1">
              <a:rPr lang="en-US"/>
              <a:t>9/19/2025</a:t>
            </a:fld>
            <a:endParaRPr lang="en-US"/>
          </a:p>
        </p:txBody>
      </p:sp>
      <p:sp>
        <p:nvSpPr>
          <p:cNvPr id="1724408147" name="Footer Placeholder 7"/>
          <p:cNvSpPr>
            <a:spLocks noGrp="1"/>
          </p:cNvSpPr>
          <p:nvPr>
            <p:ph type="ftr" sz="quarter" idx="11"/>
          </p:nvPr>
        </p:nvSpPr>
        <p:spPr bwMode="auto"/>
        <p:txBody>
          <a:bodyPr/>
          <a:lstStyle/>
          <a:p>
            <a:pPr>
              <a:defRPr/>
            </a:pPr>
            <a:r>
              <a:rPr lang="en-US"/>
              <a:t>Sample Footer Text</a:t>
            </a:r>
            <a:endParaRPr/>
          </a:p>
        </p:txBody>
      </p:sp>
      <p:sp>
        <p:nvSpPr>
          <p:cNvPr id="2073359434" name="Slide Number Placeholder 8"/>
          <p:cNvSpPr>
            <a:spLocks noGrp="1"/>
          </p:cNvSpPr>
          <p:nvPr>
            <p:ph type="sldNum" sz="quarter" idx="12"/>
          </p:nvPr>
        </p:nvSpPr>
        <p:spPr bwMode="auto"/>
        <p:txBody>
          <a:bodyPr/>
          <a:lstStyle/>
          <a:p>
            <a:pPr>
              <a:defRPr/>
            </a:pPr>
            <a:fld id="{11A71338-8BA2-4C79-A6C5-5A8E30081D0C}" type="slidenum">
              <a:rPr lang="en-US"/>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itleOnly" userDrawn="1">
  <p:cSld name="Title Only">
    <p:spTree>
      <p:nvGrpSpPr>
        <p:cNvPr id="1" name=""/>
        <p:cNvGrpSpPr/>
        <p:nvPr/>
      </p:nvGrpSpPr>
      <p:grpSpPr bwMode="auto">
        <a:xfrm>
          <a:off x="0" y="0"/>
          <a:ext cx="0" cy="0"/>
          <a:chOff x="0" y="0"/>
          <a:chExt cx="0" cy="0"/>
        </a:xfrm>
      </p:grpSpPr>
      <p:sp>
        <p:nvSpPr>
          <p:cNvPr id="521523204" name="Title 1"/>
          <p:cNvSpPr>
            <a:spLocks noGrp="1"/>
          </p:cNvSpPr>
          <p:nvPr>
            <p:ph type="title"/>
          </p:nvPr>
        </p:nvSpPr>
        <p:spPr bwMode="auto"/>
        <p:txBody>
          <a:bodyPr/>
          <a:lstStyle/>
          <a:p>
            <a:pPr>
              <a:defRPr/>
            </a:pPr>
            <a:r>
              <a:rPr lang="en-US"/>
              <a:t>Click to edit Master title style</a:t>
            </a:r>
            <a:endParaRPr lang="en-US"/>
          </a:p>
        </p:txBody>
      </p:sp>
      <p:sp>
        <p:nvSpPr>
          <p:cNvPr id="809885726" name="Date Placeholder 2"/>
          <p:cNvSpPr>
            <a:spLocks noGrp="1"/>
          </p:cNvSpPr>
          <p:nvPr>
            <p:ph type="dt" sz="half" idx="10"/>
          </p:nvPr>
        </p:nvSpPr>
        <p:spPr bwMode="auto"/>
        <p:txBody>
          <a:bodyPr/>
          <a:lstStyle/>
          <a:p>
            <a:pPr>
              <a:defRPr/>
            </a:pPr>
            <a:fld id="{F4E237E6-0076-4915-A5A8-B7C11FA4F374}" type="datetime1">
              <a:rPr lang="en-US"/>
              <a:t>9/19/2025</a:t>
            </a:fld>
            <a:endParaRPr lang="en-US"/>
          </a:p>
        </p:txBody>
      </p:sp>
      <p:sp>
        <p:nvSpPr>
          <p:cNvPr id="1281069746" name="Footer Placeholder 3"/>
          <p:cNvSpPr>
            <a:spLocks noGrp="1"/>
          </p:cNvSpPr>
          <p:nvPr>
            <p:ph type="ftr" sz="quarter" idx="11"/>
          </p:nvPr>
        </p:nvSpPr>
        <p:spPr bwMode="auto"/>
        <p:txBody>
          <a:bodyPr/>
          <a:lstStyle/>
          <a:p>
            <a:pPr>
              <a:defRPr/>
            </a:pPr>
            <a:r>
              <a:rPr lang="en-US"/>
              <a:t>Sample Footer Text</a:t>
            </a:r>
            <a:endParaRPr/>
          </a:p>
        </p:txBody>
      </p:sp>
      <p:sp>
        <p:nvSpPr>
          <p:cNvPr id="1670620003" name="Slide Number Placeholder 4"/>
          <p:cNvSpPr>
            <a:spLocks noGrp="1"/>
          </p:cNvSpPr>
          <p:nvPr>
            <p:ph type="sldNum" sz="quarter" idx="12"/>
          </p:nvPr>
        </p:nvSpPr>
        <p:spPr bwMode="auto"/>
        <p:txBody>
          <a:bodyPr/>
          <a:lstStyle/>
          <a:p>
            <a:pPr>
              <a:defRPr/>
            </a:pPr>
            <a:fld id="{11A71338-8BA2-4C79-A6C5-5A8E30081D0C}" type="slidenum">
              <a:rPr lang="en-US"/>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blank" userDrawn="1">
  <p:cSld name="Blank">
    <p:spTree>
      <p:nvGrpSpPr>
        <p:cNvPr id="1" name=""/>
        <p:cNvGrpSpPr/>
        <p:nvPr/>
      </p:nvGrpSpPr>
      <p:grpSpPr bwMode="auto">
        <a:xfrm>
          <a:off x="0" y="0"/>
          <a:ext cx="0" cy="0"/>
          <a:chOff x="0" y="0"/>
          <a:chExt cx="0" cy="0"/>
        </a:xfrm>
      </p:grpSpPr>
      <p:sp>
        <p:nvSpPr>
          <p:cNvPr id="613658285" name="Date Placeholder 1"/>
          <p:cNvSpPr>
            <a:spLocks noGrp="1"/>
          </p:cNvSpPr>
          <p:nvPr>
            <p:ph type="dt" sz="half" idx="10"/>
          </p:nvPr>
        </p:nvSpPr>
        <p:spPr bwMode="auto"/>
        <p:txBody>
          <a:bodyPr/>
          <a:lstStyle/>
          <a:p>
            <a:pPr>
              <a:defRPr/>
            </a:pPr>
            <a:fld id="{3505F58F-C0B5-422A-8E5A-6B99E5D80F0A}" type="datetime1">
              <a:rPr lang="en-US"/>
              <a:t>9/19/2025</a:t>
            </a:fld>
            <a:endParaRPr lang="en-US"/>
          </a:p>
        </p:txBody>
      </p:sp>
      <p:sp>
        <p:nvSpPr>
          <p:cNvPr id="1275523691" name="Footer Placeholder 2"/>
          <p:cNvSpPr>
            <a:spLocks noGrp="1"/>
          </p:cNvSpPr>
          <p:nvPr>
            <p:ph type="ftr" sz="quarter" idx="11"/>
          </p:nvPr>
        </p:nvSpPr>
        <p:spPr bwMode="auto"/>
        <p:txBody>
          <a:bodyPr/>
          <a:lstStyle/>
          <a:p>
            <a:pPr>
              <a:defRPr/>
            </a:pPr>
            <a:r>
              <a:rPr lang="en-US"/>
              <a:t>Sample Footer Text</a:t>
            </a:r>
            <a:endParaRPr/>
          </a:p>
        </p:txBody>
      </p:sp>
      <p:sp>
        <p:nvSpPr>
          <p:cNvPr id="1570066515" name="Slide Number Placeholder 3"/>
          <p:cNvSpPr>
            <a:spLocks noGrp="1"/>
          </p:cNvSpPr>
          <p:nvPr>
            <p:ph type="sldNum" sz="quarter" idx="12"/>
          </p:nvPr>
        </p:nvSpPr>
        <p:spPr bwMode="auto"/>
        <p:txBody>
          <a:bodyPr/>
          <a:lstStyle/>
          <a:p>
            <a:pPr>
              <a:defRPr/>
            </a:pPr>
            <a:fld id="{11A71338-8BA2-4C79-A6C5-5A8E30081D0C}" type="slidenum">
              <a:rPr lang="en-US"/>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objTx" userDrawn="1">
  <p:cSld name="Content with Caption">
    <p:spTree>
      <p:nvGrpSpPr>
        <p:cNvPr id="1" name=""/>
        <p:cNvGrpSpPr/>
        <p:nvPr/>
      </p:nvGrpSpPr>
      <p:grpSpPr bwMode="auto">
        <a:xfrm>
          <a:off x="0" y="0"/>
          <a:ext cx="0" cy="0"/>
          <a:chOff x="0" y="0"/>
          <a:chExt cx="0" cy="0"/>
        </a:xfrm>
      </p:grpSpPr>
      <p:sp>
        <p:nvSpPr>
          <p:cNvPr id="329578146" name="Title 1"/>
          <p:cNvSpPr>
            <a:spLocks noGrp="1"/>
          </p:cNvSpPr>
          <p:nvPr>
            <p:ph type="title"/>
          </p:nvPr>
        </p:nvSpPr>
        <p:spPr bwMode="auto">
          <a:xfrm>
            <a:off x="839788" y="685800"/>
            <a:ext cx="3932237" cy="1981200"/>
          </a:xfrm>
        </p:spPr>
        <p:txBody>
          <a:bodyPr anchor="b"/>
          <a:lstStyle>
            <a:lvl1pPr>
              <a:defRPr sz="4400"/>
            </a:lvl1pPr>
          </a:lstStyle>
          <a:p>
            <a:pPr>
              <a:defRPr/>
            </a:pPr>
            <a:r>
              <a:rPr lang="en-US"/>
              <a:t>Click to edit Master title style</a:t>
            </a:r>
            <a:endParaRPr lang="en-US"/>
          </a:p>
        </p:txBody>
      </p:sp>
      <p:sp>
        <p:nvSpPr>
          <p:cNvPr id="692146338" name="Content Placeholder 2"/>
          <p:cNvSpPr>
            <a:spLocks noGrp="1"/>
          </p:cNvSpPr>
          <p:nvPr>
            <p:ph idx="1"/>
          </p:nvPr>
        </p:nvSpPr>
        <p:spPr bwMode="auto">
          <a:xfrm>
            <a:off x="5183188" y="685801"/>
            <a:ext cx="6172200" cy="517525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US"/>
          </a:p>
        </p:txBody>
      </p:sp>
      <p:sp>
        <p:nvSpPr>
          <p:cNvPr id="669182310" name="Text Placeholder 3"/>
          <p:cNvSpPr>
            <a:spLocks noGrp="1"/>
          </p:cNvSpPr>
          <p:nvPr>
            <p:ph type="body" sz="half" idx="2"/>
          </p:nvPr>
        </p:nvSpPr>
        <p:spPr bwMode="auto">
          <a:xfrm>
            <a:off x="839788" y="2971800"/>
            <a:ext cx="3932237" cy="28971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defRPr/>
            </a:pPr>
            <a:r>
              <a:rPr lang="en-US"/>
              <a:t>Click to edit Master text styles</a:t>
            </a:r>
            <a:endParaRPr/>
          </a:p>
        </p:txBody>
      </p:sp>
      <p:sp>
        <p:nvSpPr>
          <p:cNvPr id="1270276075" name="Date Placeholder 4"/>
          <p:cNvSpPr>
            <a:spLocks noGrp="1"/>
          </p:cNvSpPr>
          <p:nvPr>
            <p:ph type="dt" sz="half" idx="10"/>
          </p:nvPr>
        </p:nvSpPr>
        <p:spPr bwMode="auto"/>
        <p:txBody>
          <a:bodyPr/>
          <a:lstStyle/>
          <a:p>
            <a:pPr>
              <a:defRPr/>
            </a:pPr>
            <a:fld id="{7565E655-9687-48DF-A33F-F8824CCCB5D1}" type="datetime1">
              <a:rPr lang="en-US"/>
              <a:t>9/19/2025</a:t>
            </a:fld>
            <a:endParaRPr lang="en-US"/>
          </a:p>
        </p:txBody>
      </p:sp>
      <p:sp>
        <p:nvSpPr>
          <p:cNvPr id="1955371869" name="Footer Placeholder 5"/>
          <p:cNvSpPr>
            <a:spLocks noGrp="1"/>
          </p:cNvSpPr>
          <p:nvPr>
            <p:ph type="ftr" sz="quarter" idx="11"/>
          </p:nvPr>
        </p:nvSpPr>
        <p:spPr bwMode="auto"/>
        <p:txBody>
          <a:bodyPr/>
          <a:lstStyle/>
          <a:p>
            <a:pPr>
              <a:defRPr/>
            </a:pPr>
            <a:r>
              <a:rPr lang="en-US"/>
              <a:t>Sample Footer Text</a:t>
            </a:r>
            <a:endParaRPr/>
          </a:p>
        </p:txBody>
      </p:sp>
      <p:sp>
        <p:nvSpPr>
          <p:cNvPr id="1133248792" name="Slide Number Placeholder 6"/>
          <p:cNvSpPr>
            <a:spLocks noGrp="1"/>
          </p:cNvSpPr>
          <p:nvPr>
            <p:ph type="sldNum" sz="quarter" idx="12"/>
          </p:nvPr>
        </p:nvSpPr>
        <p:spPr bwMode="auto"/>
        <p:txBody>
          <a:bodyPr/>
          <a:lstStyle/>
          <a:p>
            <a:pPr>
              <a:defRPr/>
            </a:pPr>
            <a:fld id="{11A71338-8BA2-4C79-A6C5-5A8E30081D0C}" type="slidenum">
              <a:rPr lang="en-US"/>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picTx" userDrawn="1">
  <p:cSld name="Picture with Caption">
    <p:spTree>
      <p:nvGrpSpPr>
        <p:cNvPr id="1" name=""/>
        <p:cNvGrpSpPr/>
        <p:nvPr/>
      </p:nvGrpSpPr>
      <p:grpSpPr bwMode="auto">
        <a:xfrm>
          <a:off x="0" y="0"/>
          <a:ext cx="0" cy="0"/>
          <a:chOff x="0" y="0"/>
          <a:chExt cx="0" cy="0"/>
        </a:xfrm>
      </p:grpSpPr>
      <p:sp>
        <p:nvSpPr>
          <p:cNvPr id="1380233318" name="Title 1"/>
          <p:cNvSpPr>
            <a:spLocks noGrp="1"/>
          </p:cNvSpPr>
          <p:nvPr>
            <p:ph type="title"/>
          </p:nvPr>
        </p:nvSpPr>
        <p:spPr bwMode="auto">
          <a:xfrm>
            <a:off x="839788" y="685800"/>
            <a:ext cx="3932237" cy="2209799"/>
          </a:xfrm>
        </p:spPr>
        <p:txBody>
          <a:bodyPr anchor="b"/>
          <a:lstStyle>
            <a:lvl1pPr>
              <a:defRPr sz="4400"/>
            </a:lvl1pPr>
          </a:lstStyle>
          <a:p>
            <a:pPr>
              <a:defRPr/>
            </a:pPr>
            <a:r>
              <a:rPr lang="en-US"/>
              <a:t>Click to edit Master title style</a:t>
            </a:r>
            <a:endParaRPr lang="en-US"/>
          </a:p>
        </p:txBody>
      </p:sp>
      <p:sp>
        <p:nvSpPr>
          <p:cNvPr id="114964070" name="Picture Placeholder 2"/>
          <p:cNvSpPr>
            <a:spLocks noGrp="1"/>
          </p:cNvSpPr>
          <p:nvPr>
            <p:ph type="pic" idx="1"/>
          </p:nvPr>
        </p:nvSpPr>
        <p:spPr bwMode="auto">
          <a:xfrm>
            <a:off x="5183188" y="685801"/>
            <a:ext cx="6172200" cy="517525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a:defRPr/>
            </a:pPr>
            <a:r>
              <a:rPr lang="en-US"/>
              <a:t>Click icon to add picture</a:t>
            </a:r>
            <a:endParaRPr lang="en-US"/>
          </a:p>
        </p:txBody>
      </p:sp>
      <p:sp>
        <p:nvSpPr>
          <p:cNvPr id="1217980248" name="Text Placeholder 3"/>
          <p:cNvSpPr>
            <a:spLocks noGrp="1"/>
          </p:cNvSpPr>
          <p:nvPr>
            <p:ph type="body" sz="half" idx="2"/>
          </p:nvPr>
        </p:nvSpPr>
        <p:spPr bwMode="auto">
          <a:xfrm>
            <a:off x="839788" y="2971800"/>
            <a:ext cx="3932237" cy="28971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defRPr/>
            </a:pPr>
            <a:r>
              <a:rPr lang="en-US"/>
              <a:t>Click to edit Master text styles</a:t>
            </a:r>
            <a:endParaRPr/>
          </a:p>
        </p:txBody>
      </p:sp>
      <p:sp>
        <p:nvSpPr>
          <p:cNvPr id="1752213648" name="Date Placeholder 4"/>
          <p:cNvSpPr>
            <a:spLocks noGrp="1"/>
          </p:cNvSpPr>
          <p:nvPr>
            <p:ph type="dt" sz="half" idx="10"/>
          </p:nvPr>
        </p:nvSpPr>
        <p:spPr bwMode="auto"/>
        <p:txBody>
          <a:bodyPr/>
          <a:lstStyle/>
          <a:p>
            <a:pPr>
              <a:defRPr/>
            </a:pPr>
            <a:fld id="{B97FD56A-AAB8-4544-A495-D0645413C9E3}" type="datetime1">
              <a:rPr lang="en-US"/>
              <a:t>9/19/2025</a:t>
            </a:fld>
            <a:endParaRPr lang="en-US"/>
          </a:p>
        </p:txBody>
      </p:sp>
      <p:sp>
        <p:nvSpPr>
          <p:cNvPr id="1602514821" name="Footer Placeholder 5"/>
          <p:cNvSpPr>
            <a:spLocks noGrp="1"/>
          </p:cNvSpPr>
          <p:nvPr>
            <p:ph type="ftr" sz="quarter" idx="11"/>
          </p:nvPr>
        </p:nvSpPr>
        <p:spPr bwMode="auto"/>
        <p:txBody>
          <a:bodyPr/>
          <a:lstStyle/>
          <a:p>
            <a:pPr>
              <a:defRPr/>
            </a:pPr>
            <a:r>
              <a:rPr lang="en-US"/>
              <a:t>Sample Footer Text</a:t>
            </a:r>
            <a:endParaRPr/>
          </a:p>
        </p:txBody>
      </p:sp>
      <p:sp>
        <p:nvSpPr>
          <p:cNvPr id="1125744117" name="Slide Number Placeholder 6"/>
          <p:cNvSpPr>
            <a:spLocks noGrp="1"/>
          </p:cNvSpPr>
          <p:nvPr>
            <p:ph type="sldNum" sz="quarter" idx="12"/>
          </p:nvPr>
        </p:nvSpPr>
        <p:spPr bwMode="auto"/>
        <p:txBody>
          <a:bodyPr/>
          <a:lstStyle/>
          <a:p>
            <a:pPr>
              <a:defRPr/>
            </a:pPr>
            <a:fld id="{11A71338-8BA2-4C79-A6C5-5A8E30081D0C}" type="slidenum">
              <a:rPr lang="en-US"/>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vertTx" userDrawn="1">
  <p:cSld name="Title and Vertical Text">
    <p:spTree>
      <p:nvGrpSpPr>
        <p:cNvPr id="1" name=""/>
        <p:cNvGrpSpPr/>
        <p:nvPr/>
      </p:nvGrpSpPr>
      <p:grpSpPr bwMode="auto">
        <a:xfrm>
          <a:off x="0" y="0"/>
          <a:ext cx="0" cy="0"/>
          <a:chOff x="0" y="0"/>
          <a:chExt cx="0" cy="0"/>
        </a:xfrm>
      </p:grpSpPr>
      <p:sp>
        <p:nvSpPr>
          <p:cNvPr id="1565873944" name="Title 1"/>
          <p:cNvSpPr>
            <a:spLocks noGrp="1"/>
          </p:cNvSpPr>
          <p:nvPr>
            <p:ph type="title"/>
          </p:nvPr>
        </p:nvSpPr>
        <p:spPr bwMode="auto"/>
        <p:txBody>
          <a:bodyPr/>
          <a:lstStyle/>
          <a:p>
            <a:pPr>
              <a:defRPr/>
            </a:pPr>
            <a:r>
              <a:rPr lang="en-US"/>
              <a:t>Click to edit Master title style</a:t>
            </a:r>
            <a:endParaRPr/>
          </a:p>
        </p:txBody>
      </p:sp>
      <p:sp>
        <p:nvSpPr>
          <p:cNvPr id="1286715088" name="Vertical Text Placeholder 2"/>
          <p:cNvSpPr>
            <a:spLocks noGrp="1"/>
          </p:cNvSpPr>
          <p:nvPr>
            <p:ph type="body" orient="vert" idx="1"/>
          </p:nvPr>
        </p:nvSpPr>
        <p:spPr bwMode="auto"/>
        <p:txBody>
          <a:bodyPr vert="eaVert"/>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US"/>
          </a:p>
        </p:txBody>
      </p:sp>
      <p:sp>
        <p:nvSpPr>
          <p:cNvPr id="1009607231" name="Date Placeholder 3"/>
          <p:cNvSpPr>
            <a:spLocks noGrp="1"/>
          </p:cNvSpPr>
          <p:nvPr>
            <p:ph type="dt" sz="half" idx="10"/>
          </p:nvPr>
        </p:nvSpPr>
        <p:spPr bwMode="auto"/>
        <p:txBody>
          <a:bodyPr/>
          <a:lstStyle/>
          <a:p>
            <a:pPr>
              <a:defRPr/>
            </a:pPr>
            <a:fld id="{0B4E757A-3EC2-4683-9080-1A460C37C843}" type="datetime1">
              <a:rPr lang="en-US"/>
              <a:t>9/19/2025</a:t>
            </a:fld>
            <a:endParaRPr lang="en-US"/>
          </a:p>
        </p:txBody>
      </p:sp>
      <p:sp>
        <p:nvSpPr>
          <p:cNvPr id="1523430122" name="Footer Placeholder 4"/>
          <p:cNvSpPr>
            <a:spLocks noGrp="1"/>
          </p:cNvSpPr>
          <p:nvPr>
            <p:ph type="ftr" sz="quarter" idx="11"/>
          </p:nvPr>
        </p:nvSpPr>
        <p:spPr bwMode="auto"/>
        <p:txBody>
          <a:bodyPr/>
          <a:lstStyle/>
          <a:p>
            <a:pPr>
              <a:defRPr/>
            </a:pPr>
            <a:r>
              <a:rPr lang="en-US"/>
              <a:t>Sample Footer Text</a:t>
            </a:r>
            <a:endParaRPr/>
          </a:p>
        </p:txBody>
      </p:sp>
      <p:sp>
        <p:nvSpPr>
          <p:cNvPr id="807873847" name="Slide Number Placeholder 5"/>
          <p:cNvSpPr>
            <a:spLocks noGrp="1"/>
          </p:cNvSpPr>
          <p:nvPr>
            <p:ph type="sldNum" sz="quarter" idx="12"/>
          </p:nvPr>
        </p:nvSpPr>
        <p:spPr bwMode="auto"/>
        <p:txBody>
          <a:bodyPr/>
          <a:lstStyle/>
          <a:p>
            <a:pPr>
              <a:defRPr/>
            </a:pPr>
            <a:fld id="{11A71338-8BA2-4C79-A6C5-5A8E30081D0C}" type="slidenum">
              <a:rPr lang="en-US"/>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vertTitleAndTx" userDrawn="1">
  <p:cSld name="Vertical Title and Text">
    <p:spTree>
      <p:nvGrpSpPr>
        <p:cNvPr id="1" name=""/>
        <p:cNvGrpSpPr/>
        <p:nvPr/>
      </p:nvGrpSpPr>
      <p:grpSpPr bwMode="auto">
        <a:xfrm>
          <a:off x="0" y="0"/>
          <a:ext cx="0" cy="0"/>
          <a:chOff x="0" y="0"/>
          <a:chExt cx="0" cy="0"/>
        </a:xfrm>
      </p:grpSpPr>
      <p:sp>
        <p:nvSpPr>
          <p:cNvPr id="616671475" name="Vertical Title 1"/>
          <p:cNvSpPr>
            <a:spLocks noGrp="1"/>
          </p:cNvSpPr>
          <p:nvPr>
            <p:ph type="title" orient="vert"/>
          </p:nvPr>
        </p:nvSpPr>
        <p:spPr bwMode="auto">
          <a:xfrm>
            <a:off x="8724900" y="365125"/>
            <a:ext cx="2628900" cy="5811838"/>
          </a:xfrm>
        </p:spPr>
        <p:txBody>
          <a:bodyPr vert="eaVert"/>
          <a:lstStyle/>
          <a:p>
            <a:pPr>
              <a:defRPr/>
            </a:pPr>
            <a:r>
              <a:rPr lang="en-US"/>
              <a:t>Click to edit Master title style</a:t>
            </a:r>
            <a:endParaRPr/>
          </a:p>
        </p:txBody>
      </p:sp>
      <p:sp>
        <p:nvSpPr>
          <p:cNvPr id="657501081" name="Vertical Text Placeholder 2"/>
          <p:cNvSpPr>
            <a:spLocks noGrp="1"/>
          </p:cNvSpPr>
          <p:nvPr>
            <p:ph type="body" orient="vert" idx="1"/>
          </p:nvPr>
        </p:nvSpPr>
        <p:spPr bwMode="auto">
          <a:xfrm>
            <a:off x="838200" y="365125"/>
            <a:ext cx="7734300" cy="5811838"/>
          </a:xfrm>
        </p:spPr>
        <p:txBody>
          <a:bodyPr vert="eaVert"/>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2034243339" name="Date Placeholder 3"/>
          <p:cNvSpPr>
            <a:spLocks noGrp="1"/>
          </p:cNvSpPr>
          <p:nvPr>
            <p:ph type="dt" sz="half" idx="10"/>
          </p:nvPr>
        </p:nvSpPr>
        <p:spPr bwMode="auto">
          <a:xfrm>
            <a:off x="523539" y="6324600"/>
            <a:ext cx="2560220" cy="365125"/>
          </a:xfrm>
        </p:spPr>
        <p:txBody>
          <a:bodyPr/>
          <a:lstStyle/>
          <a:p>
            <a:pPr>
              <a:defRPr/>
            </a:pPr>
            <a:fld id="{5CC8096C-64ED-4153-A483-5C02E44AD5C3}" type="datetime1">
              <a:rPr lang="en-US"/>
              <a:t>9/19/2025</a:t>
            </a:fld>
            <a:endParaRPr lang="en-US"/>
          </a:p>
        </p:txBody>
      </p:sp>
      <p:sp>
        <p:nvSpPr>
          <p:cNvPr id="475518897" name="Footer Placeholder 4"/>
          <p:cNvSpPr>
            <a:spLocks noGrp="1"/>
          </p:cNvSpPr>
          <p:nvPr>
            <p:ph type="ftr" sz="quarter" idx="11"/>
          </p:nvPr>
        </p:nvSpPr>
        <p:spPr bwMode="auto">
          <a:xfrm>
            <a:off x="4267200" y="6319838"/>
            <a:ext cx="3982781" cy="365125"/>
          </a:xfrm>
        </p:spPr>
        <p:txBody>
          <a:bodyPr/>
          <a:lstStyle/>
          <a:p>
            <a:pPr>
              <a:defRPr/>
            </a:pPr>
            <a:r>
              <a:rPr lang="en-US"/>
              <a:t>Sample Footer Text</a:t>
            </a:r>
            <a:endParaRPr/>
          </a:p>
        </p:txBody>
      </p:sp>
      <p:sp>
        <p:nvSpPr>
          <p:cNvPr id="984698707" name="Slide Number Placeholder 5"/>
          <p:cNvSpPr>
            <a:spLocks noGrp="1"/>
          </p:cNvSpPr>
          <p:nvPr>
            <p:ph type="sldNum" sz="quarter" idx="12"/>
          </p:nvPr>
        </p:nvSpPr>
        <p:spPr bwMode="auto"/>
        <p:txBody>
          <a:bodyPr/>
          <a:lstStyle/>
          <a:p>
            <a:pPr>
              <a:defRPr/>
            </a:pPr>
            <a:fld id="{11A71338-8BA2-4C79-A6C5-5A8E30081D0C}" type="slidenum">
              <a:rPr lang="en-US"/>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bg>
      <p:bgRef idx="1001">
        <a:schemeClr val="bg1"/>
      </p:bgRef>
    </p:bg>
    <p:spTree>
      <p:nvGrpSpPr>
        <p:cNvPr id="1" name=""/>
        <p:cNvGrpSpPr/>
        <p:nvPr/>
      </p:nvGrpSpPr>
      <p:grpSpPr bwMode="auto">
        <a:xfrm>
          <a:off x="0" y="0"/>
          <a:ext cx="0" cy="0"/>
          <a:chOff x="0" y="0"/>
          <a:chExt cx="0" cy="0"/>
        </a:xfrm>
      </p:grpSpPr>
      <p:sp>
        <p:nvSpPr>
          <p:cNvPr id="1300771136" name="Rectangle 114"/>
          <p:cNvSpPr/>
          <p:nvPr/>
        </p:nvSpPr>
        <p:spPr bwMode="auto">
          <a:xfrm>
            <a:off x="0" y="0"/>
            <a:ext cx="12188952" cy="6858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a:solidFill>
                <a:schemeClr val="bg1"/>
              </a:solidFill>
            </a:endParaRPr>
          </a:p>
        </p:txBody>
      </p:sp>
      <p:grpSp>
        <p:nvGrpSpPr>
          <p:cNvPr id="1744704804" name="Group 79"/>
          <p:cNvGrpSpPr/>
          <p:nvPr/>
        </p:nvGrpSpPr>
        <p:grpSpPr bwMode="auto">
          <a:xfrm>
            <a:off x="-11413" y="0"/>
            <a:ext cx="12214827" cy="6858000"/>
            <a:chOff x="-6214" y="-1"/>
            <a:chExt cx="12214827" cy="6858000"/>
          </a:xfrm>
        </p:grpSpPr>
        <p:cxnSp>
          <p:nvCxnSpPr>
            <p:cNvPr id="81" name="Straight Connector 80"/>
            <p:cNvCxnSpPr/>
            <p:nvPr/>
          </p:nvCxnSpPr>
          <p:spPr bwMode="auto">
            <a:xfrm>
              <a:off x="-6214" y="6686283"/>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2" name="Straight Connector 81"/>
            <p:cNvCxnSpPr/>
            <p:nvPr/>
          </p:nvCxnSpPr>
          <p:spPr bwMode="auto">
            <a:xfrm>
              <a:off x="0"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3" name="Straight Connector 82"/>
            <p:cNvCxnSpPr/>
            <p:nvPr/>
          </p:nvCxnSpPr>
          <p:spPr bwMode="auto">
            <a:xfrm>
              <a:off x="1199325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4" name="Straight Connector 83"/>
            <p:cNvCxnSpPr/>
            <p:nvPr/>
          </p:nvCxnSpPr>
          <p:spPr bwMode="auto">
            <a:xfrm>
              <a:off x="19252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5" name="Straight Connector 84"/>
            <p:cNvCxnSpPr/>
            <p:nvPr/>
          </p:nvCxnSpPr>
          <p:spPr bwMode="auto">
            <a:xfrm>
              <a:off x="119196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6" name="Straight Connector 85"/>
            <p:cNvCxnSpPr/>
            <p:nvPr/>
          </p:nvCxnSpPr>
          <p:spPr bwMode="auto">
            <a:xfrm>
              <a:off x="2191404"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7" name="Straight Connector 86"/>
            <p:cNvCxnSpPr/>
            <p:nvPr/>
          </p:nvCxnSpPr>
          <p:spPr bwMode="auto">
            <a:xfrm>
              <a:off x="3190842"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9" name="Straight Connector 88"/>
            <p:cNvCxnSpPr/>
            <p:nvPr/>
          </p:nvCxnSpPr>
          <p:spPr bwMode="auto">
            <a:xfrm>
              <a:off x="4190280"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0" name="Straight Connector 89"/>
            <p:cNvCxnSpPr/>
            <p:nvPr/>
          </p:nvCxnSpPr>
          <p:spPr bwMode="auto">
            <a:xfrm>
              <a:off x="5189717"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1" name="Straight Connector 90"/>
            <p:cNvCxnSpPr/>
            <p:nvPr/>
          </p:nvCxnSpPr>
          <p:spPr bwMode="auto">
            <a:xfrm>
              <a:off x="618915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2" name="Straight Connector 91"/>
            <p:cNvCxnSpPr/>
            <p:nvPr/>
          </p:nvCxnSpPr>
          <p:spPr bwMode="auto">
            <a:xfrm>
              <a:off x="7188594"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3" name="Straight Connector 92"/>
            <p:cNvCxnSpPr/>
            <p:nvPr/>
          </p:nvCxnSpPr>
          <p:spPr bwMode="auto">
            <a:xfrm>
              <a:off x="8188032"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4" name="Straight Connector 93"/>
            <p:cNvCxnSpPr/>
            <p:nvPr/>
          </p:nvCxnSpPr>
          <p:spPr bwMode="auto">
            <a:xfrm>
              <a:off x="9187470"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5" name="Straight Connector 94"/>
            <p:cNvCxnSpPr/>
            <p:nvPr/>
          </p:nvCxnSpPr>
          <p:spPr bwMode="auto">
            <a:xfrm>
              <a:off x="1018690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6" name="Straight Connector 95"/>
            <p:cNvCxnSpPr/>
            <p:nvPr/>
          </p:nvCxnSpPr>
          <p:spPr bwMode="auto">
            <a:xfrm>
              <a:off x="1118634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7" name="Straight Connector 96"/>
            <p:cNvCxnSpPr/>
            <p:nvPr/>
          </p:nvCxnSpPr>
          <p:spPr bwMode="auto">
            <a:xfrm>
              <a:off x="1218578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8" name="Straight Connector 97"/>
            <p:cNvCxnSpPr/>
            <p:nvPr/>
          </p:nvCxnSpPr>
          <p:spPr bwMode="auto">
            <a:xfrm>
              <a:off x="0" y="17171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9" name="Straight Connector 98"/>
            <p:cNvCxnSpPr/>
            <p:nvPr/>
          </p:nvCxnSpPr>
          <p:spPr bwMode="auto">
            <a:xfrm>
              <a:off x="0" y="72890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0" name="Straight Connector 99"/>
            <p:cNvCxnSpPr/>
            <p:nvPr/>
          </p:nvCxnSpPr>
          <p:spPr bwMode="auto">
            <a:xfrm>
              <a:off x="0" y="128609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1" name="Straight Connector 100"/>
            <p:cNvCxnSpPr/>
            <p:nvPr/>
          </p:nvCxnSpPr>
          <p:spPr bwMode="auto">
            <a:xfrm>
              <a:off x="0" y="184328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2" name="Straight Connector 101"/>
            <p:cNvCxnSpPr/>
            <p:nvPr/>
          </p:nvCxnSpPr>
          <p:spPr bwMode="auto">
            <a:xfrm>
              <a:off x="0" y="240047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3" name="Straight Connector 102"/>
            <p:cNvCxnSpPr/>
            <p:nvPr/>
          </p:nvCxnSpPr>
          <p:spPr bwMode="auto">
            <a:xfrm>
              <a:off x="0" y="295766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4" name="Straight Connector 103"/>
            <p:cNvCxnSpPr/>
            <p:nvPr/>
          </p:nvCxnSpPr>
          <p:spPr bwMode="auto">
            <a:xfrm>
              <a:off x="0" y="351485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5" name="Straight Connector 104"/>
            <p:cNvCxnSpPr/>
            <p:nvPr/>
          </p:nvCxnSpPr>
          <p:spPr bwMode="auto">
            <a:xfrm>
              <a:off x="0" y="407204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6" name="Straight Connector 105"/>
            <p:cNvCxnSpPr/>
            <p:nvPr/>
          </p:nvCxnSpPr>
          <p:spPr bwMode="auto">
            <a:xfrm>
              <a:off x="0" y="462923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7" name="Straight Connector 106"/>
            <p:cNvCxnSpPr/>
            <p:nvPr/>
          </p:nvCxnSpPr>
          <p:spPr bwMode="auto">
            <a:xfrm>
              <a:off x="0" y="518642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8" name="Straight Connector 107"/>
            <p:cNvCxnSpPr/>
            <p:nvPr/>
          </p:nvCxnSpPr>
          <p:spPr bwMode="auto">
            <a:xfrm>
              <a:off x="0" y="574361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9" name="Straight Connector 108"/>
            <p:cNvCxnSpPr/>
            <p:nvPr/>
          </p:nvCxnSpPr>
          <p:spPr bwMode="auto">
            <a:xfrm>
              <a:off x="0" y="6857999"/>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0" name="Straight Connector 109"/>
            <p:cNvCxnSpPr/>
            <p:nvPr/>
          </p:nvCxnSpPr>
          <p:spPr bwMode="auto">
            <a:xfrm>
              <a:off x="16613" y="6248400"/>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2087024381" name="Freeform: Shape 148"/>
          <p:cNvSpPr/>
          <p:nvPr/>
        </p:nvSpPr>
        <p:spPr bwMode="auto">
          <a:xfrm>
            <a:off x="-6214" y="5014716"/>
            <a:ext cx="2800124" cy="1843284"/>
          </a:xfrm>
          <a:custGeom>
            <a:avLst/>
            <a:gdLst>
              <a:gd name="connsiteX0" fmla="*/ 375358 w 2800124"/>
              <a:gd name="connsiteY0" fmla="*/ 0 h 1843284"/>
              <a:gd name="connsiteX1" fmla="*/ 2781298 w 2800124"/>
              <a:gd name="connsiteY1" fmla="*/ 1770066 h 1843284"/>
              <a:gd name="connsiteX2" fmla="*/ 2800124 w 2800124"/>
              <a:gd name="connsiteY2" fmla="*/ 1843284 h 1843284"/>
              <a:gd name="connsiteX3" fmla="*/ 1987869 w 2800124"/>
              <a:gd name="connsiteY3" fmla="*/ 1843284 h 1843284"/>
              <a:gd name="connsiteX4" fmla="*/ 1986195 w 2800124"/>
              <a:gd name="connsiteY4" fmla="*/ 1838711 h 1843284"/>
              <a:gd name="connsiteX5" fmla="*/ 375357 w 2800124"/>
              <a:gd name="connsiteY5" fmla="*/ 770976 h 1843284"/>
              <a:gd name="connsiteX6" fmla="*/ 23030 w 2800124"/>
              <a:gd name="connsiteY6" fmla="*/ 806494 h 1843284"/>
              <a:gd name="connsiteX7" fmla="*/ 0 w 2800124"/>
              <a:gd name="connsiteY7" fmla="*/ 812415 h 1843284"/>
              <a:gd name="connsiteX8" fmla="*/ 0 w 2800124"/>
              <a:gd name="connsiteY8" fmla="*/ 30983 h 1843284"/>
              <a:gd name="connsiteX9" fmla="*/ 117785 w 2800124"/>
              <a:gd name="connsiteY9" fmla="*/ 13007 h 1843284"/>
              <a:gd name="connsiteX10" fmla="*/ 375358 w 2800124"/>
              <a:gd name="connsiteY10" fmla="*/ 0 h 1843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800124" h="1843284" fill="norm" stroke="1" extrusionOk="0">
                <a:moveTo>
                  <a:pt x="375358" y="0"/>
                </a:moveTo>
                <a:cubicBezTo>
                  <a:pt x="1505802" y="0"/>
                  <a:pt x="2462339" y="744579"/>
                  <a:pt x="2781298" y="1770066"/>
                </a:cubicBezTo>
                <a:lnTo>
                  <a:pt x="2800124" y="1843284"/>
                </a:lnTo>
                <a:lnTo>
                  <a:pt x="1987869" y="1843284"/>
                </a:lnTo>
                <a:lnTo>
                  <a:pt x="1986195" y="1838711"/>
                </a:lnTo>
                <a:cubicBezTo>
                  <a:pt x="1720801" y="1211248"/>
                  <a:pt x="1099494" y="770976"/>
                  <a:pt x="375357" y="770976"/>
                </a:cubicBezTo>
                <a:cubicBezTo>
                  <a:pt x="254668" y="770976"/>
                  <a:pt x="136835" y="783206"/>
                  <a:pt x="23030" y="806494"/>
                </a:cubicBezTo>
                <a:lnTo>
                  <a:pt x="0" y="812415"/>
                </a:lnTo>
                <a:lnTo>
                  <a:pt x="0" y="30983"/>
                </a:lnTo>
                <a:lnTo>
                  <a:pt x="117785" y="13007"/>
                </a:lnTo>
                <a:cubicBezTo>
                  <a:pt x="202473" y="4406"/>
                  <a:pt x="288401" y="0"/>
                  <a:pt x="375358" y="0"/>
                </a:cubicBezTo>
                <a:close/>
              </a:path>
            </a:pathLst>
          </a:custGeom>
          <a:solidFill>
            <a:schemeClr val="accent5">
              <a:lumMod val="75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defRPr/>
            </a:pPr>
            <a:endParaRPr lang="en-US">
              <a:solidFill>
                <a:schemeClr val="tx1"/>
              </a:solidFill>
            </a:endParaRPr>
          </a:p>
        </p:txBody>
      </p:sp>
      <p:sp>
        <p:nvSpPr>
          <p:cNvPr id="492617782" name="Title Placeholder 1"/>
          <p:cNvSpPr>
            <a:spLocks noGrp="1"/>
          </p:cNvSpPr>
          <p:nvPr>
            <p:ph type="title"/>
          </p:nvPr>
        </p:nvSpPr>
        <p:spPr bwMode="auto">
          <a:xfrm>
            <a:off x="457200" y="365125"/>
            <a:ext cx="10722932" cy="1325563"/>
          </a:xfrm>
          <a:prstGeom prst="rect">
            <a:avLst/>
          </a:prstGeom>
        </p:spPr>
        <p:txBody>
          <a:bodyPr vert="horz" lIns="91440" tIns="45720" rIns="91440" bIns="45720" rtlCol="0" anchor="ctr">
            <a:normAutofit/>
          </a:bodyPr>
          <a:lstStyle/>
          <a:p>
            <a:pPr>
              <a:defRPr/>
            </a:pPr>
            <a:r>
              <a:rPr lang="en-US"/>
              <a:t>Click to edit Master title style</a:t>
            </a:r>
            <a:endParaRPr lang="en-US"/>
          </a:p>
        </p:txBody>
      </p:sp>
      <p:sp>
        <p:nvSpPr>
          <p:cNvPr id="1022633280" name="Text Placeholder 2"/>
          <p:cNvSpPr>
            <a:spLocks noGrp="1"/>
          </p:cNvSpPr>
          <p:nvPr>
            <p:ph type="body" idx="1"/>
          </p:nvPr>
        </p:nvSpPr>
        <p:spPr bwMode="auto">
          <a:xfrm>
            <a:off x="457200" y="1825625"/>
            <a:ext cx="10722932" cy="4351338"/>
          </a:xfrm>
          <a:prstGeom prst="rect">
            <a:avLst/>
          </a:prstGeom>
        </p:spPr>
        <p:txBody>
          <a:bodyPr vert="horz" lIns="91440" tIns="45720" rIns="91440" bIns="45720" rtlCol="0">
            <a:normAutofit/>
          </a:body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792454293" name="Date Placeholder 3"/>
          <p:cNvSpPr>
            <a:spLocks noGrp="1"/>
          </p:cNvSpPr>
          <p:nvPr>
            <p:ph type="dt" sz="half" idx="2"/>
          </p:nvPr>
        </p:nvSpPr>
        <p:spPr bwMode="auto">
          <a:xfrm>
            <a:off x="457200" y="6324600"/>
            <a:ext cx="2560220" cy="365125"/>
          </a:xfrm>
          <a:prstGeom prst="rect">
            <a:avLst/>
          </a:prstGeom>
        </p:spPr>
        <p:txBody>
          <a:bodyPr vert="horz" lIns="91440" tIns="45720" rIns="91440" bIns="45720" rtlCol="0" anchor="ctr"/>
          <a:lstStyle>
            <a:lvl1pPr algn="l">
              <a:defRPr sz="900" cap="all" spc="150">
                <a:solidFill>
                  <a:srgbClr val="FFFFFF"/>
                </a:solidFill>
              </a:defRPr>
            </a:lvl1pPr>
          </a:lstStyle>
          <a:p>
            <a:pPr>
              <a:defRPr/>
            </a:pPr>
            <a:fld id="{193BAB95-8DA7-460B-B00A-7037C8394FB0}" type="datetime1">
              <a:rPr lang="en-US"/>
              <a:t>9/19/2025</a:t>
            </a:fld>
            <a:endParaRPr lang="en-US"/>
          </a:p>
        </p:txBody>
      </p:sp>
      <p:sp>
        <p:nvSpPr>
          <p:cNvPr id="1237468307" name="Footer Placeholder 4"/>
          <p:cNvSpPr>
            <a:spLocks noGrp="1"/>
          </p:cNvSpPr>
          <p:nvPr>
            <p:ph type="ftr" sz="quarter" idx="3"/>
          </p:nvPr>
        </p:nvSpPr>
        <p:spPr bwMode="auto">
          <a:xfrm>
            <a:off x="4200861" y="6319838"/>
            <a:ext cx="3982781" cy="365125"/>
          </a:xfrm>
          <a:prstGeom prst="rect">
            <a:avLst/>
          </a:prstGeom>
        </p:spPr>
        <p:txBody>
          <a:bodyPr vert="horz" lIns="91440" tIns="45720" rIns="91440" bIns="45720" rtlCol="0" anchor="ctr"/>
          <a:lstStyle>
            <a:lvl1pPr algn="ctr">
              <a:defRPr sz="900" cap="all" spc="150">
                <a:solidFill>
                  <a:srgbClr val="FFFFFF"/>
                </a:solidFill>
              </a:defRPr>
            </a:lvl1pPr>
          </a:lstStyle>
          <a:p>
            <a:pPr>
              <a:defRPr/>
            </a:pPr>
            <a:r>
              <a:rPr lang="en-US"/>
              <a:t>Sample Footer Text</a:t>
            </a:r>
            <a:endParaRPr lang="en-US">
              <a:solidFill>
                <a:srgbClr val="FFFFFF"/>
              </a:solidFill>
            </a:endParaRPr>
          </a:p>
        </p:txBody>
      </p:sp>
      <p:sp>
        <p:nvSpPr>
          <p:cNvPr id="1341368802" name="Slide Number Placeholder 5"/>
          <p:cNvSpPr>
            <a:spLocks noGrp="1"/>
          </p:cNvSpPr>
          <p:nvPr>
            <p:ph type="sldNum" sz="quarter" idx="4"/>
          </p:nvPr>
        </p:nvSpPr>
        <p:spPr bwMode="auto">
          <a:xfrm>
            <a:off x="11190806" y="6324600"/>
            <a:ext cx="799078" cy="365125"/>
          </a:xfrm>
          <a:prstGeom prst="rect">
            <a:avLst/>
          </a:prstGeom>
        </p:spPr>
        <p:txBody>
          <a:bodyPr vert="horz" lIns="91440" tIns="45720" rIns="91440" bIns="45720" rtlCol="0" anchor="ctr"/>
          <a:lstStyle>
            <a:lvl1pPr algn="ctr">
              <a:defRPr sz="900" cap="all" spc="150">
                <a:solidFill>
                  <a:srgbClr val="FFFFFF"/>
                </a:solidFill>
              </a:defRPr>
            </a:lvl1pPr>
          </a:lstStyle>
          <a:p>
            <a:pPr>
              <a:defRPr/>
            </a:pPr>
            <a:fld id="{11A71338-8BA2-4C79-A6C5-5A8E30081D0C}" type="slidenum">
              <a:rPr lang="en-US"/>
              <a:t>‹#›</a:t>
            </a:fld>
            <a:endParaRPr lang="en-US"/>
          </a:p>
        </p:txBody>
      </p:sp>
      <p:sp>
        <p:nvSpPr>
          <p:cNvPr id="523525983" name="Freeform: Shape 76"/>
          <p:cNvSpPr/>
          <p:nvPr/>
        </p:nvSpPr>
        <p:spPr bwMode="auto">
          <a:xfrm>
            <a:off x="7979728" y="0"/>
            <a:ext cx="4209224" cy="1650549"/>
          </a:xfrm>
          <a:custGeom>
            <a:avLst/>
            <a:gdLst>
              <a:gd name="connsiteX0" fmla="*/ 0 w 4209224"/>
              <a:gd name="connsiteY0" fmla="*/ 0 h 1650549"/>
              <a:gd name="connsiteX1" fmla="*/ 846445 w 4209224"/>
              <a:gd name="connsiteY1" fmla="*/ 0 h 1650549"/>
              <a:gd name="connsiteX2" fmla="*/ 912542 w 4209224"/>
              <a:gd name="connsiteY2" fmla="*/ 108799 h 1650549"/>
              <a:gd name="connsiteX3" fmla="*/ 2362195 w 4209224"/>
              <a:gd name="connsiteY3" fmla="*/ 879573 h 1650549"/>
              <a:gd name="connsiteX4" fmla="*/ 3811848 w 4209224"/>
              <a:gd name="connsiteY4" fmla="*/ 108799 h 1650549"/>
              <a:gd name="connsiteX5" fmla="*/ 3877945 w 4209224"/>
              <a:gd name="connsiteY5" fmla="*/ 0 h 1650549"/>
              <a:gd name="connsiteX6" fmla="*/ 4209224 w 4209224"/>
              <a:gd name="connsiteY6" fmla="*/ 0 h 1650549"/>
              <a:gd name="connsiteX7" fmla="*/ 4209224 w 4209224"/>
              <a:gd name="connsiteY7" fmla="*/ 840421 h 1650549"/>
              <a:gd name="connsiteX8" fmla="*/ 4143538 w 4209224"/>
              <a:gd name="connsiteY8" fmla="*/ 912693 h 1650549"/>
              <a:gd name="connsiteX9" fmla="*/ 2362196 w 4209224"/>
              <a:gd name="connsiteY9" fmla="*/ 1650549 h 1650549"/>
              <a:gd name="connsiteX10" fmla="*/ 40969 w 4209224"/>
              <a:gd name="connsiteY10" fmla="*/ 111937 h 16505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09224" h="1650549" fill="norm" stroke="1" extrusionOk="0">
                <a:moveTo>
                  <a:pt x="0" y="0"/>
                </a:moveTo>
                <a:lnTo>
                  <a:pt x="846445" y="0"/>
                </a:lnTo>
                <a:lnTo>
                  <a:pt x="912542" y="108799"/>
                </a:lnTo>
                <a:cubicBezTo>
                  <a:pt x="1226710" y="573829"/>
                  <a:pt x="1758748" y="879573"/>
                  <a:pt x="2362195" y="879573"/>
                </a:cubicBezTo>
                <a:cubicBezTo>
                  <a:pt x="2965642" y="879573"/>
                  <a:pt x="3497680" y="573829"/>
                  <a:pt x="3811848" y="108799"/>
                </a:cubicBezTo>
                <a:lnTo>
                  <a:pt x="3877945" y="0"/>
                </a:lnTo>
                <a:lnTo>
                  <a:pt x="4209224" y="0"/>
                </a:lnTo>
                <a:lnTo>
                  <a:pt x="4209224" y="840421"/>
                </a:lnTo>
                <a:lnTo>
                  <a:pt x="4143538" y="912693"/>
                </a:lnTo>
                <a:cubicBezTo>
                  <a:pt x="3687653" y="1368578"/>
                  <a:pt x="3057854" y="1650549"/>
                  <a:pt x="2362196" y="1650549"/>
                </a:cubicBezTo>
                <a:cubicBezTo>
                  <a:pt x="1318710" y="1650549"/>
                  <a:pt x="423404" y="1016115"/>
                  <a:pt x="40969" y="111937"/>
                </a:cubicBezTo>
                <a:close/>
              </a:path>
            </a:pathLst>
          </a:custGeom>
          <a:solidFill>
            <a:schemeClr val="accent5">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defRPr/>
            </a:pPr>
            <a:endParaRPr lang="en-US">
              <a:solidFill>
                <a:schemeClr val="tx1"/>
              </a:solidFill>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lvl1pPr algn="l" defTabSz="914400" rtl="0">
        <a:lnSpc>
          <a:spcPct val="90000"/>
        </a:lnSpc>
        <a:spcBef>
          <a:spcPts val="0"/>
        </a:spcBef>
        <a:buNone/>
        <a:defRPr sz="4400">
          <a:solidFill>
            <a:srgbClr val="FFFFFF"/>
          </a:solidFill>
          <a:latin typeface="+mj-lt"/>
          <a:ea typeface="+mj-ea"/>
          <a:cs typeface="+mj-cs"/>
        </a:defRPr>
      </a:lvl1pPr>
    </p:titleStyle>
    <p:bodyStyle>
      <a:lvl1pPr marL="228600" indent="-228600" algn="l" defTabSz="914400" rtl="0">
        <a:lnSpc>
          <a:spcPct val="110000"/>
        </a:lnSpc>
        <a:spcBef>
          <a:spcPts val="1000"/>
        </a:spcBef>
        <a:buClr>
          <a:schemeClr val="bg1"/>
        </a:buClr>
        <a:buSzPct val="75000"/>
        <a:buFont typeface="Arial"/>
        <a:buChar char="•"/>
        <a:defRPr sz="2800">
          <a:solidFill>
            <a:srgbClr val="FFFFFF"/>
          </a:solidFill>
          <a:latin typeface="+mn-lt"/>
          <a:ea typeface="+mn-ea"/>
          <a:cs typeface="+mn-cs"/>
        </a:defRPr>
      </a:lvl1pPr>
      <a:lvl2pPr marL="228600" indent="-228600" algn="l" defTabSz="914400" rtl="0">
        <a:lnSpc>
          <a:spcPct val="110000"/>
        </a:lnSpc>
        <a:spcBef>
          <a:spcPts val="500"/>
        </a:spcBef>
        <a:buClr>
          <a:schemeClr val="bg1"/>
        </a:buClr>
        <a:buSzPct val="75000"/>
        <a:buFont typeface="Arial"/>
        <a:buChar char="•"/>
        <a:defRPr sz="2400">
          <a:solidFill>
            <a:srgbClr val="FFFFFF"/>
          </a:solidFill>
          <a:latin typeface="+mn-lt"/>
          <a:ea typeface="+mn-ea"/>
          <a:cs typeface="+mn-cs"/>
        </a:defRPr>
      </a:lvl2pPr>
      <a:lvl3pPr marL="228600" indent="-228600" algn="l" defTabSz="914400" rtl="0">
        <a:lnSpc>
          <a:spcPct val="110000"/>
        </a:lnSpc>
        <a:spcBef>
          <a:spcPts val="500"/>
        </a:spcBef>
        <a:buClr>
          <a:schemeClr val="bg1"/>
        </a:buClr>
        <a:buSzPct val="75000"/>
        <a:buFont typeface="Arial"/>
        <a:buChar char="•"/>
        <a:defRPr sz="2000">
          <a:solidFill>
            <a:srgbClr val="FFFFFF"/>
          </a:solidFill>
          <a:latin typeface="+mn-lt"/>
          <a:ea typeface="+mn-ea"/>
          <a:cs typeface="+mn-cs"/>
        </a:defRPr>
      </a:lvl3pPr>
      <a:lvl4pPr marL="228600" indent="-228600" algn="l" defTabSz="914400" rtl="0">
        <a:lnSpc>
          <a:spcPct val="110000"/>
        </a:lnSpc>
        <a:spcBef>
          <a:spcPts val="500"/>
        </a:spcBef>
        <a:buClr>
          <a:schemeClr val="bg1"/>
        </a:buClr>
        <a:buSzPct val="75000"/>
        <a:buFont typeface="Arial"/>
        <a:buChar char="•"/>
        <a:defRPr sz="1800">
          <a:solidFill>
            <a:srgbClr val="FFFFFF"/>
          </a:solidFill>
          <a:latin typeface="+mn-lt"/>
          <a:ea typeface="+mn-ea"/>
          <a:cs typeface="+mn-cs"/>
        </a:defRPr>
      </a:lvl4pPr>
      <a:lvl5pPr marL="228600" indent="-228600" algn="l" defTabSz="914400" rtl="0">
        <a:lnSpc>
          <a:spcPct val="110000"/>
        </a:lnSpc>
        <a:spcBef>
          <a:spcPts val="500"/>
        </a:spcBef>
        <a:buClr>
          <a:schemeClr val="bg1"/>
        </a:buClr>
        <a:buSzPct val="75000"/>
        <a:buFont typeface="Arial"/>
        <a:buChar char="•"/>
        <a:defRPr sz="1800">
          <a:solidFill>
            <a:srgbClr val="FFFFFF"/>
          </a:solidFill>
          <a:latin typeface="+mn-lt"/>
          <a:ea typeface="+mn-ea"/>
          <a:cs typeface="+mn-cs"/>
        </a:defRPr>
      </a:lvl5pPr>
      <a:lvl6pPr marL="2514600" indent="-228600" algn="l" defTabSz="914400" rtl="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rtl="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rtl="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rtl="0">
        <a:lnSpc>
          <a:spcPct val="90000"/>
        </a:lnSpc>
        <a:spcBef>
          <a:spcPts val="500"/>
        </a:spcBef>
        <a:buFont typeface="Arial"/>
        <a:buChar char="•"/>
        <a:defRPr sz="1800">
          <a:solidFill>
            <a:schemeClr val="tx1"/>
          </a:solidFill>
          <a:latin typeface="+mn-lt"/>
          <a:ea typeface="+mn-ea"/>
          <a:cs typeface="+mn-cs"/>
        </a:defRPr>
      </a:lvl9pPr>
    </p:bodyStyle>
    <p:otherStyle>
      <a:defPPr>
        <a:defRPr lang="en-US"/>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hyperlink" Target="https://www.kaggle.com/datasets/julian3833/jigsaw-multilingual-toxic-comment-classification" TargetMode="Externa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chemeClr val="bg1"/>
        </a:solidFill>
      </p:bgPr>
    </p:bg>
    <p:spTree>
      <p:nvGrpSpPr>
        <p:cNvPr id="1" name=""/>
        <p:cNvGrpSpPr/>
        <p:nvPr/>
      </p:nvGrpSpPr>
      <p:grpSpPr bwMode="auto">
        <a:xfrm>
          <a:off x="0" y="0"/>
          <a:ext cx="0" cy="0"/>
          <a:chOff x="0" y="0"/>
          <a:chExt cx="0" cy="0"/>
        </a:xfrm>
      </p:grpSpPr>
      <p:sp useBgFill="1">
        <p:nvSpPr>
          <p:cNvPr id="1125826714" name="Rectangle 7"/>
          <p:cNvSpPr>
            <a:spLocks noAdjustHandles="1" noChangeArrowheads="1" noChangeAspect="1" noChangeShapeType="1" noEditPoints="1" noGrp="1" noMove="1" noResize="1" noRot="1" noTextEdit="1"/>
          </p:cNvSpPr>
          <p:nvPr/>
        </p:nvSpPr>
        <p:spPr bwMode="auto">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a:solidFill>
                <a:schemeClr val="bg1"/>
              </a:solidFill>
            </a:endParaRPr>
          </a:p>
        </p:txBody>
      </p:sp>
      <p:sp>
        <p:nvSpPr>
          <p:cNvPr id="1898937704" name="Freeform: Shape 11"/>
          <p:cNvSpPr>
            <a:spLocks noAdjustHandles="1" noChangeArrowheads="1" noChangeAspect="1" noChangeShapeType="1" noEditPoints="1" noGrp="1" noMove="1" noResize="1" noRot="1" noTextEdit="1"/>
          </p:cNvSpPr>
          <p:nvPr/>
        </p:nvSpPr>
        <p:spPr bwMode="auto">
          <a:xfrm rot="10800000">
            <a:off x="2750" y="1"/>
            <a:ext cx="12188952" cy="2452880"/>
          </a:xfrm>
          <a:custGeom>
            <a:avLst/>
            <a:gdLst>
              <a:gd name="connsiteX0" fmla="*/ 8951169 w 12178450"/>
              <a:gd name="connsiteY0" fmla="*/ 32 h 2001622"/>
              <a:gd name="connsiteX1" fmla="*/ 11653845 w 12178450"/>
              <a:gd name="connsiteY1" fmla="*/ 209874 h 2001622"/>
              <a:gd name="connsiteX2" fmla="*/ 12178450 w 12178450"/>
              <a:gd name="connsiteY2" fmla="*/ 286723 h 2001622"/>
              <a:gd name="connsiteX3" fmla="*/ 12178450 w 12178450"/>
              <a:gd name="connsiteY3" fmla="*/ 2001622 h 2001622"/>
              <a:gd name="connsiteX4" fmla="*/ 0 w 12178450"/>
              <a:gd name="connsiteY4" fmla="*/ 2001622 h 2001622"/>
              <a:gd name="connsiteX5" fmla="*/ 0 w 12178450"/>
              <a:gd name="connsiteY5" fmla="*/ 1010979 h 2001622"/>
              <a:gd name="connsiteX6" fmla="*/ 8951169 w 12178450"/>
              <a:gd name="connsiteY6" fmla="*/ 32 h 20016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78450" h="2001622" fill="norm" stroke="1" extrusionOk="0">
                <a:moveTo>
                  <a:pt x="8951169" y="32"/>
                </a:moveTo>
                <a:cubicBezTo>
                  <a:pt x="9704520" y="1593"/>
                  <a:pt x="10578586" y="62133"/>
                  <a:pt x="11653845" y="209874"/>
                </a:cubicBezTo>
                <a:lnTo>
                  <a:pt x="12178450" y="286723"/>
                </a:lnTo>
                <a:lnTo>
                  <a:pt x="12178450" y="2001622"/>
                </a:lnTo>
                <a:lnTo>
                  <a:pt x="0" y="2001622"/>
                </a:lnTo>
                <a:lnTo>
                  <a:pt x="0" y="1010979"/>
                </a:lnTo>
                <a:cubicBezTo>
                  <a:pt x="4768989" y="1010979"/>
                  <a:pt x="5812206" y="-6472"/>
                  <a:pt x="8951169" y="32"/>
                </a:cubicBezTo>
                <a:close/>
              </a:path>
            </a:pathLst>
          </a:custGeom>
          <a:solidFill>
            <a:schemeClr val="accent5">
              <a:lumMod val="20000"/>
              <a:lumOff val="8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defRPr/>
            </a:pPr>
            <a:endParaRPr lang="en-US">
              <a:solidFill>
                <a:schemeClr val="bg1"/>
              </a:solidFill>
            </a:endParaRPr>
          </a:p>
        </p:txBody>
      </p:sp>
      <p:sp>
        <p:nvSpPr>
          <p:cNvPr id="1364200867" name="Right Triangle 13"/>
          <p:cNvSpPr>
            <a:spLocks noAdjustHandles="1" noChangeArrowheads="1" noChangeAspect="1" noChangeShapeType="1" noEditPoints="1" noGrp="1" noMove="1" noResize="1" noRot="1" noTextEdit="1"/>
          </p:cNvSpPr>
          <p:nvPr/>
        </p:nvSpPr>
        <p:spPr bwMode="auto">
          <a:xfrm rot="13500000">
            <a:off x="-265270" y="4918297"/>
            <a:ext cx="568289" cy="568289"/>
          </a:xfrm>
          <a:prstGeom prst="rtTriangle">
            <a:avLst/>
          </a:prstGeom>
          <a:solidFill>
            <a:schemeClr val="bg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a:p>
        </p:txBody>
      </p:sp>
      <p:grpSp>
        <p:nvGrpSpPr>
          <p:cNvPr id="282003829" name="Group 15"/>
          <p:cNvGrpSpPr>
            <a:grpSpLocks noChangeAspect="1" noGrp="1" noMove="1" noResize="1" noRot="1" noUngrp="1"/>
          </p:cNvGrpSpPr>
          <p:nvPr/>
        </p:nvGrpSpPr>
        <p:grpSpPr bwMode="auto">
          <a:xfrm>
            <a:off x="-6214" y="-1"/>
            <a:ext cx="12214827" cy="6858000"/>
            <a:chOff x="-6214" y="-1"/>
            <a:chExt cx="12214827" cy="6858000"/>
          </a:xfrm>
        </p:grpSpPr>
        <p:cxnSp>
          <p:nvCxnSpPr>
            <p:cNvPr id="17" name="Straight Connector 16"/>
            <p:cNvCxnSpPr/>
            <p:nvPr/>
          </p:nvCxnSpPr>
          <p:spPr bwMode="auto">
            <a:xfrm>
              <a:off x="-6214" y="6686283"/>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p:nvPr/>
          </p:nvCxnSpPr>
          <p:spPr bwMode="auto">
            <a:xfrm>
              <a:off x="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 name="Straight Connector 18"/>
            <p:cNvCxnSpPr/>
            <p:nvPr/>
          </p:nvCxnSpPr>
          <p:spPr bwMode="auto">
            <a:xfrm>
              <a:off x="1199325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 name="Straight Connector 19"/>
            <p:cNvCxnSpPr/>
            <p:nvPr/>
          </p:nvCxnSpPr>
          <p:spPr bwMode="auto">
            <a:xfrm>
              <a:off x="19252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p:nvCxnSpPr>
          <p:spPr bwMode="auto">
            <a:xfrm>
              <a:off x="119196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2" name="Straight Connector 21"/>
            <p:cNvCxnSpPr/>
            <p:nvPr/>
          </p:nvCxnSpPr>
          <p:spPr bwMode="auto">
            <a:xfrm>
              <a:off x="2191404"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3" name="Straight Connector 22"/>
            <p:cNvCxnSpPr/>
            <p:nvPr/>
          </p:nvCxnSpPr>
          <p:spPr bwMode="auto">
            <a:xfrm>
              <a:off x="3190842"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4" name="Straight Connector 23"/>
            <p:cNvCxnSpPr/>
            <p:nvPr/>
          </p:nvCxnSpPr>
          <p:spPr bwMode="auto">
            <a:xfrm>
              <a:off x="419028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p:nvCxnSpPr>
          <p:spPr bwMode="auto">
            <a:xfrm>
              <a:off x="5189717"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6" name="Straight Connector 25"/>
            <p:cNvCxnSpPr/>
            <p:nvPr/>
          </p:nvCxnSpPr>
          <p:spPr bwMode="auto">
            <a:xfrm>
              <a:off x="618915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7" name="Straight Connector 26"/>
            <p:cNvCxnSpPr/>
            <p:nvPr/>
          </p:nvCxnSpPr>
          <p:spPr bwMode="auto">
            <a:xfrm>
              <a:off x="7188594"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8" name="Straight Connector 27"/>
            <p:cNvCxnSpPr/>
            <p:nvPr/>
          </p:nvCxnSpPr>
          <p:spPr bwMode="auto">
            <a:xfrm>
              <a:off x="8188032"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9" name="Straight Connector 28"/>
            <p:cNvCxnSpPr/>
            <p:nvPr/>
          </p:nvCxnSpPr>
          <p:spPr bwMode="auto">
            <a:xfrm>
              <a:off x="918747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0" name="Straight Connector 29"/>
            <p:cNvCxnSpPr/>
            <p:nvPr/>
          </p:nvCxnSpPr>
          <p:spPr bwMode="auto">
            <a:xfrm>
              <a:off x="1018690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1" name="Straight Connector 30"/>
            <p:cNvCxnSpPr/>
            <p:nvPr/>
          </p:nvCxnSpPr>
          <p:spPr bwMode="auto">
            <a:xfrm>
              <a:off x="1118634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p:nvCxnSpPr>
          <p:spPr bwMode="auto">
            <a:xfrm>
              <a:off x="1218578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3" name="Straight Connector 32"/>
            <p:cNvCxnSpPr/>
            <p:nvPr/>
          </p:nvCxnSpPr>
          <p:spPr bwMode="auto">
            <a:xfrm>
              <a:off x="0" y="17171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4" name="Straight Connector 33"/>
            <p:cNvCxnSpPr/>
            <p:nvPr/>
          </p:nvCxnSpPr>
          <p:spPr bwMode="auto">
            <a:xfrm>
              <a:off x="0" y="72890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bwMode="auto">
            <a:xfrm>
              <a:off x="0" y="128609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bwMode="auto">
            <a:xfrm>
              <a:off x="0" y="184328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7" name="Straight Connector 36"/>
            <p:cNvCxnSpPr/>
            <p:nvPr/>
          </p:nvCxnSpPr>
          <p:spPr bwMode="auto">
            <a:xfrm>
              <a:off x="0" y="240047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8" name="Straight Connector 37"/>
            <p:cNvCxnSpPr/>
            <p:nvPr/>
          </p:nvCxnSpPr>
          <p:spPr bwMode="auto">
            <a:xfrm>
              <a:off x="0" y="295766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9" name="Straight Connector 38"/>
            <p:cNvCxnSpPr/>
            <p:nvPr/>
          </p:nvCxnSpPr>
          <p:spPr bwMode="auto">
            <a:xfrm>
              <a:off x="0" y="351485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0" name="Straight Connector 39"/>
            <p:cNvCxnSpPr/>
            <p:nvPr/>
          </p:nvCxnSpPr>
          <p:spPr bwMode="auto">
            <a:xfrm>
              <a:off x="0" y="407204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1" name="Straight Connector 40"/>
            <p:cNvCxnSpPr/>
            <p:nvPr/>
          </p:nvCxnSpPr>
          <p:spPr bwMode="auto">
            <a:xfrm>
              <a:off x="0" y="462923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2" name="Straight Connector 41"/>
            <p:cNvCxnSpPr/>
            <p:nvPr/>
          </p:nvCxnSpPr>
          <p:spPr bwMode="auto">
            <a:xfrm>
              <a:off x="0" y="518642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3" name="Straight Connector 42"/>
            <p:cNvCxnSpPr/>
            <p:nvPr/>
          </p:nvCxnSpPr>
          <p:spPr bwMode="auto">
            <a:xfrm>
              <a:off x="0" y="574361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4" name="Straight Connector 43"/>
            <p:cNvCxnSpPr/>
            <p:nvPr/>
          </p:nvCxnSpPr>
          <p:spPr bwMode="auto">
            <a:xfrm>
              <a:off x="0" y="6857999"/>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5" name="Straight Connector 44"/>
            <p:cNvCxnSpPr/>
            <p:nvPr/>
          </p:nvCxnSpPr>
          <p:spPr bwMode="auto">
            <a:xfrm>
              <a:off x="16613" y="6248400"/>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1751054238" name="Title 1"/>
          <p:cNvSpPr>
            <a:spLocks noGrp="1"/>
          </p:cNvSpPr>
          <p:nvPr>
            <p:ph type="ctrTitle"/>
          </p:nvPr>
        </p:nvSpPr>
        <p:spPr bwMode="auto">
          <a:xfrm>
            <a:off x="418506" y="279114"/>
            <a:ext cx="11797252" cy="1674377"/>
          </a:xfrm>
        </p:spPr>
        <p:txBody>
          <a:bodyPr anchor="ctr">
            <a:normAutofit/>
          </a:bodyPr>
          <a:lstStyle/>
          <a:p>
            <a:pPr algn="l">
              <a:defRPr/>
            </a:pPr>
            <a:r>
              <a:rPr lang="en-US">
                <a:solidFill>
                  <a:schemeClr val="tx2"/>
                </a:solidFill>
              </a:rPr>
              <a:t>Detox</a:t>
            </a:r>
            <a:r>
              <a:rPr lang="en-US" sz="3200">
                <a:solidFill>
                  <a:schemeClr val="tx2"/>
                </a:solidFill>
              </a:rPr>
              <a:t> (</a:t>
            </a:r>
            <a:r>
              <a:rPr lang="en-US" sz="3200">
                <a:solidFill>
                  <a:schemeClr val="tx2"/>
                </a:solidFill>
                <a:ea typeface="+mj-lt"/>
                <a:cs typeface="+mj-lt"/>
              </a:rPr>
              <a:t>Chat Message Toxicity Detector</a:t>
            </a:r>
            <a:r>
              <a:rPr lang="en-US" sz="3200">
                <a:solidFill>
                  <a:schemeClr val="tx2"/>
                </a:solidFill>
              </a:rPr>
              <a:t>)</a:t>
            </a:r>
            <a:endParaRPr/>
          </a:p>
        </p:txBody>
      </p:sp>
      <p:sp>
        <p:nvSpPr>
          <p:cNvPr id="200074294" name="Subtitle 2"/>
          <p:cNvSpPr>
            <a:spLocks noGrp="1"/>
          </p:cNvSpPr>
          <p:nvPr/>
        </p:nvSpPr>
        <p:spPr bwMode="auto">
          <a:xfrm>
            <a:off x="1265775" y="2928795"/>
            <a:ext cx="9123517" cy="2574919"/>
          </a:xfrm>
          <a:prstGeom prst="rect">
            <a:avLst/>
          </a:prstGeom>
        </p:spPr>
        <p:txBody>
          <a:bodyPr vert="horz" lIns="91440" tIns="45720" rIns="91440" bIns="45720" rtlCol="0" anchor="ctr">
            <a:normAutofit/>
          </a:bodyPr>
          <a:lstStyle>
            <a:lvl1pPr marL="0" indent="0" algn="ctr" defTabSz="914400" rtl="0">
              <a:lnSpc>
                <a:spcPct val="110000"/>
              </a:lnSpc>
              <a:spcBef>
                <a:spcPts val="1000"/>
              </a:spcBef>
              <a:buClr>
                <a:schemeClr val="bg1"/>
              </a:buClr>
              <a:buSzPct val="75000"/>
              <a:buFont typeface="Arial"/>
              <a:buNone/>
              <a:defRPr sz="2400">
                <a:solidFill>
                  <a:srgbClr val="FFFFFF"/>
                </a:solidFill>
                <a:latin typeface="+mn-lt"/>
                <a:ea typeface="+mn-ea"/>
                <a:cs typeface="+mn-cs"/>
              </a:defRPr>
            </a:lvl1pPr>
            <a:lvl2pPr marL="457200" indent="0" algn="ctr" defTabSz="914400" rtl="0">
              <a:lnSpc>
                <a:spcPct val="110000"/>
              </a:lnSpc>
              <a:spcBef>
                <a:spcPts val="500"/>
              </a:spcBef>
              <a:buClr>
                <a:schemeClr val="bg1"/>
              </a:buClr>
              <a:buSzPct val="75000"/>
              <a:buFont typeface="Arial"/>
              <a:buNone/>
              <a:defRPr sz="2000">
                <a:solidFill>
                  <a:srgbClr val="FFFFFF"/>
                </a:solidFill>
                <a:latin typeface="+mn-lt"/>
                <a:ea typeface="+mn-ea"/>
                <a:cs typeface="+mn-cs"/>
              </a:defRPr>
            </a:lvl2pPr>
            <a:lvl3pPr marL="914400" indent="0" algn="ctr" defTabSz="914400" rtl="0">
              <a:lnSpc>
                <a:spcPct val="110000"/>
              </a:lnSpc>
              <a:spcBef>
                <a:spcPts val="500"/>
              </a:spcBef>
              <a:buClr>
                <a:schemeClr val="bg1"/>
              </a:buClr>
              <a:buSzPct val="75000"/>
              <a:buFont typeface="Arial"/>
              <a:buNone/>
              <a:defRPr sz="1800">
                <a:solidFill>
                  <a:srgbClr val="FFFFFF"/>
                </a:solidFill>
                <a:latin typeface="+mn-lt"/>
                <a:ea typeface="+mn-ea"/>
                <a:cs typeface="+mn-cs"/>
              </a:defRPr>
            </a:lvl3pPr>
            <a:lvl4pPr marL="1371600" indent="0" algn="ctr" defTabSz="914400" rtl="0">
              <a:lnSpc>
                <a:spcPct val="110000"/>
              </a:lnSpc>
              <a:spcBef>
                <a:spcPts val="500"/>
              </a:spcBef>
              <a:buClr>
                <a:schemeClr val="bg1"/>
              </a:buClr>
              <a:buSzPct val="75000"/>
              <a:buFont typeface="Arial"/>
              <a:buNone/>
              <a:defRPr sz="1600">
                <a:solidFill>
                  <a:srgbClr val="FFFFFF"/>
                </a:solidFill>
                <a:latin typeface="+mn-lt"/>
                <a:ea typeface="+mn-ea"/>
                <a:cs typeface="+mn-cs"/>
              </a:defRPr>
            </a:lvl4pPr>
            <a:lvl5pPr marL="1828800" indent="0" algn="ctr" defTabSz="914400" rtl="0">
              <a:lnSpc>
                <a:spcPct val="110000"/>
              </a:lnSpc>
              <a:spcBef>
                <a:spcPts val="500"/>
              </a:spcBef>
              <a:buClr>
                <a:schemeClr val="bg1"/>
              </a:buClr>
              <a:buSzPct val="75000"/>
              <a:buFont typeface="Arial"/>
              <a:buNone/>
              <a:defRPr sz="1600">
                <a:solidFill>
                  <a:srgbClr val="FFFFFF"/>
                </a:solidFill>
                <a:latin typeface="+mn-lt"/>
                <a:ea typeface="+mn-ea"/>
                <a:cs typeface="+mn-cs"/>
              </a:defRPr>
            </a:lvl5pPr>
            <a:lvl6pPr marL="2286000" indent="0" algn="ctr" defTabSz="914400" rtl="0">
              <a:lnSpc>
                <a:spcPct val="90000"/>
              </a:lnSpc>
              <a:spcBef>
                <a:spcPts val="500"/>
              </a:spcBef>
              <a:buFont typeface="Arial"/>
              <a:buNone/>
              <a:defRPr sz="1600">
                <a:solidFill>
                  <a:schemeClr val="tx1"/>
                </a:solidFill>
                <a:latin typeface="+mn-lt"/>
                <a:ea typeface="+mn-ea"/>
                <a:cs typeface="+mn-cs"/>
              </a:defRPr>
            </a:lvl6pPr>
            <a:lvl7pPr marL="2743200" indent="0" algn="ctr" defTabSz="914400" rtl="0">
              <a:lnSpc>
                <a:spcPct val="90000"/>
              </a:lnSpc>
              <a:spcBef>
                <a:spcPts val="500"/>
              </a:spcBef>
              <a:buFont typeface="Arial"/>
              <a:buNone/>
              <a:defRPr sz="1600">
                <a:solidFill>
                  <a:schemeClr val="tx1"/>
                </a:solidFill>
                <a:latin typeface="+mn-lt"/>
                <a:ea typeface="+mn-ea"/>
                <a:cs typeface="+mn-cs"/>
              </a:defRPr>
            </a:lvl7pPr>
            <a:lvl8pPr marL="3200400" indent="0" algn="ctr" defTabSz="914400" rtl="0">
              <a:lnSpc>
                <a:spcPct val="90000"/>
              </a:lnSpc>
              <a:spcBef>
                <a:spcPts val="500"/>
              </a:spcBef>
              <a:buFont typeface="Arial"/>
              <a:buNone/>
              <a:defRPr sz="1600">
                <a:solidFill>
                  <a:schemeClr val="tx1"/>
                </a:solidFill>
                <a:latin typeface="+mn-lt"/>
                <a:ea typeface="+mn-ea"/>
                <a:cs typeface="+mn-cs"/>
              </a:defRPr>
            </a:lvl8pPr>
            <a:lvl9pPr marL="3657600" indent="0" algn="ctr" defTabSz="914400" rtl="0">
              <a:lnSpc>
                <a:spcPct val="90000"/>
              </a:lnSpc>
              <a:spcBef>
                <a:spcPts val="500"/>
              </a:spcBef>
              <a:buFont typeface="Arial"/>
              <a:buNone/>
              <a:defRPr sz="1600">
                <a:solidFill>
                  <a:schemeClr val="tx1"/>
                </a:solidFill>
                <a:latin typeface="+mn-lt"/>
                <a:ea typeface="+mn-ea"/>
                <a:cs typeface="+mn-cs"/>
              </a:defRPr>
            </a:lvl9pPr>
          </a:lstStyle>
          <a:p>
            <a:pPr algn="l">
              <a:defRPr/>
            </a:pPr>
            <a:r>
              <a:rPr lang="en-US" sz="3200">
                <a:solidFill>
                  <a:schemeClr val="bg2">
                    <a:lumMod val="25000"/>
                  </a:schemeClr>
                </a:solidFill>
                <a:latin typeface="Posterama"/>
                <a:cs typeface="Posterama"/>
              </a:rPr>
              <a:t>ADI1302-SPARK SCALA FUNDAMENTALS</a:t>
            </a:r>
            <a:br>
              <a:rPr lang="en-US" sz="3200">
                <a:solidFill>
                  <a:schemeClr val="bg2">
                    <a:lumMod val="25000"/>
                  </a:schemeClr>
                </a:solidFill>
                <a:latin typeface="Posterama"/>
                <a:cs typeface="Posterama"/>
              </a:rPr>
            </a:br>
            <a:br>
              <a:rPr lang="en-US" sz="3200">
                <a:solidFill>
                  <a:schemeClr val="bg2">
                    <a:lumMod val="25000"/>
                  </a:schemeClr>
                </a:solidFill>
                <a:latin typeface="Posterama"/>
                <a:cs typeface="Posterama"/>
              </a:rPr>
            </a:br>
            <a:r>
              <a:rPr lang="en-US" sz="3200">
                <a:solidFill>
                  <a:schemeClr val="bg2">
                    <a:lumMod val="25000"/>
                  </a:schemeClr>
                </a:solidFill>
                <a:latin typeface="Posterama"/>
                <a:cs typeface="Posterama"/>
              </a:rPr>
              <a:t>NAME : SARAVANA PRIYAN S T</a:t>
            </a:r>
            <a:endParaRPr/>
          </a:p>
          <a:p>
            <a:pPr algn="l">
              <a:defRPr/>
            </a:pPr>
            <a:r>
              <a:rPr lang="en-US" sz="3200">
                <a:solidFill>
                  <a:schemeClr val="bg2">
                    <a:lumMod val="25000"/>
                  </a:schemeClr>
                </a:solidFill>
                <a:latin typeface="Posterama"/>
                <a:cs typeface="Posterama"/>
              </a:rPr>
              <a:t>REG NO : 927623BAD100</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chemeClr val="bg1"/>
        </a:solidFill>
      </p:bgPr>
    </p:bg>
    <p:spTree>
      <p:nvGrpSpPr>
        <p:cNvPr id="1" name=""/>
        <p:cNvGrpSpPr/>
        <p:nvPr/>
      </p:nvGrpSpPr>
      <p:grpSpPr bwMode="auto">
        <a:xfrm>
          <a:off x="0" y="0"/>
          <a:ext cx="0" cy="0"/>
          <a:chOff x="0" y="0"/>
          <a:chExt cx="0" cy="0"/>
        </a:xfrm>
      </p:grpSpPr>
      <p:sp useBgFill="1">
        <p:nvSpPr>
          <p:cNvPr id="434689411" name="Rectangle 7"/>
          <p:cNvSpPr>
            <a:spLocks noAdjustHandles="1" noChangeArrowheads="1" noChangeAspect="1" noChangeShapeType="1" noEditPoints="1" noGrp="1" noMove="1" noResize="1" noRot="1" noTextEdit="1"/>
          </p:cNvSpPr>
          <p:nvPr/>
        </p:nvSpPr>
        <p:spPr bwMode="auto">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a:solidFill>
                <a:schemeClr val="bg1"/>
              </a:solidFill>
            </a:endParaRPr>
          </a:p>
        </p:txBody>
      </p:sp>
      <p:sp>
        <p:nvSpPr>
          <p:cNvPr id="335961097" name="Freeform: Shape 11"/>
          <p:cNvSpPr>
            <a:spLocks noAdjustHandles="1" noChangeArrowheads="1" noChangeAspect="1" noChangeShapeType="1" noEditPoints="1" noGrp="1" noMove="1" noResize="1" noRot="1" noTextEdit="1"/>
          </p:cNvSpPr>
          <p:nvPr/>
        </p:nvSpPr>
        <p:spPr bwMode="auto">
          <a:xfrm rot="10800000">
            <a:off x="2750" y="1"/>
            <a:ext cx="12188952" cy="2452880"/>
          </a:xfrm>
          <a:custGeom>
            <a:avLst/>
            <a:gdLst>
              <a:gd name="connsiteX0" fmla="*/ 8951169 w 12178450"/>
              <a:gd name="connsiteY0" fmla="*/ 32 h 2001622"/>
              <a:gd name="connsiteX1" fmla="*/ 11653845 w 12178450"/>
              <a:gd name="connsiteY1" fmla="*/ 209874 h 2001622"/>
              <a:gd name="connsiteX2" fmla="*/ 12178450 w 12178450"/>
              <a:gd name="connsiteY2" fmla="*/ 286723 h 2001622"/>
              <a:gd name="connsiteX3" fmla="*/ 12178450 w 12178450"/>
              <a:gd name="connsiteY3" fmla="*/ 2001622 h 2001622"/>
              <a:gd name="connsiteX4" fmla="*/ 0 w 12178450"/>
              <a:gd name="connsiteY4" fmla="*/ 2001622 h 2001622"/>
              <a:gd name="connsiteX5" fmla="*/ 0 w 12178450"/>
              <a:gd name="connsiteY5" fmla="*/ 1010979 h 2001622"/>
              <a:gd name="connsiteX6" fmla="*/ 8951169 w 12178450"/>
              <a:gd name="connsiteY6" fmla="*/ 32 h 20016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78450" h="2001622" fill="norm" stroke="1" extrusionOk="0">
                <a:moveTo>
                  <a:pt x="8951169" y="32"/>
                </a:moveTo>
                <a:cubicBezTo>
                  <a:pt x="9704520" y="1593"/>
                  <a:pt x="10578586" y="62133"/>
                  <a:pt x="11653845" y="209874"/>
                </a:cubicBezTo>
                <a:lnTo>
                  <a:pt x="12178450" y="286723"/>
                </a:lnTo>
                <a:lnTo>
                  <a:pt x="12178450" y="2001622"/>
                </a:lnTo>
                <a:lnTo>
                  <a:pt x="0" y="2001622"/>
                </a:lnTo>
                <a:lnTo>
                  <a:pt x="0" y="1010979"/>
                </a:lnTo>
                <a:cubicBezTo>
                  <a:pt x="4768989" y="1010979"/>
                  <a:pt x="5812206" y="-6472"/>
                  <a:pt x="8951169" y="32"/>
                </a:cubicBezTo>
                <a:close/>
              </a:path>
            </a:pathLst>
          </a:custGeom>
          <a:solidFill>
            <a:schemeClr val="accent5">
              <a:lumMod val="20000"/>
              <a:lumOff val="8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defRPr/>
            </a:pPr>
            <a:endParaRPr lang="en-US">
              <a:solidFill>
                <a:schemeClr val="bg1"/>
              </a:solidFill>
            </a:endParaRPr>
          </a:p>
        </p:txBody>
      </p:sp>
      <p:sp>
        <p:nvSpPr>
          <p:cNvPr id="1417803331" name="Right Triangle 13"/>
          <p:cNvSpPr>
            <a:spLocks noAdjustHandles="1" noChangeArrowheads="1" noChangeAspect="1" noChangeShapeType="1" noEditPoints="1" noGrp="1" noMove="1" noResize="1" noRot="1" noTextEdit="1"/>
          </p:cNvSpPr>
          <p:nvPr/>
        </p:nvSpPr>
        <p:spPr bwMode="auto">
          <a:xfrm rot="13500000">
            <a:off x="-265270" y="4918297"/>
            <a:ext cx="568289" cy="568289"/>
          </a:xfrm>
          <a:prstGeom prst="rtTriangle">
            <a:avLst/>
          </a:prstGeom>
          <a:solidFill>
            <a:schemeClr val="bg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a:p>
        </p:txBody>
      </p:sp>
      <p:grpSp>
        <p:nvGrpSpPr>
          <p:cNvPr id="902670131" name="Group 15"/>
          <p:cNvGrpSpPr>
            <a:grpSpLocks noChangeAspect="1" noGrp="1" noMove="1" noResize="1" noRot="1" noUngrp="1"/>
          </p:cNvGrpSpPr>
          <p:nvPr/>
        </p:nvGrpSpPr>
        <p:grpSpPr bwMode="auto">
          <a:xfrm>
            <a:off x="-6214" y="-1"/>
            <a:ext cx="12214827" cy="6858000"/>
            <a:chOff x="-6214" y="-1"/>
            <a:chExt cx="12214827" cy="6858000"/>
          </a:xfrm>
        </p:grpSpPr>
        <p:cxnSp>
          <p:nvCxnSpPr>
            <p:cNvPr id="17" name="Straight Connector 16"/>
            <p:cNvCxnSpPr/>
            <p:nvPr/>
          </p:nvCxnSpPr>
          <p:spPr bwMode="auto">
            <a:xfrm>
              <a:off x="-6214" y="6686283"/>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p:nvPr/>
          </p:nvCxnSpPr>
          <p:spPr bwMode="auto">
            <a:xfrm>
              <a:off x="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 name="Straight Connector 18"/>
            <p:cNvCxnSpPr/>
            <p:nvPr/>
          </p:nvCxnSpPr>
          <p:spPr bwMode="auto">
            <a:xfrm>
              <a:off x="1199325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 name="Straight Connector 19"/>
            <p:cNvCxnSpPr/>
            <p:nvPr/>
          </p:nvCxnSpPr>
          <p:spPr bwMode="auto">
            <a:xfrm>
              <a:off x="19252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p:nvCxnSpPr>
          <p:spPr bwMode="auto">
            <a:xfrm>
              <a:off x="119196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2" name="Straight Connector 21"/>
            <p:cNvCxnSpPr/>
            <p:nvPr/>
          </p:nvCxnSpPr>
          <p:spPr bwMode="auto">
            <a:xfrm>
              <a:off x="2191404"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3" name="Straight Connector 22"/>
            <p:cNvCxnSpPr/>
            <p:nvPr/>
          </p:nvCxnSpPr>
          <p:spPr bwMode="auto">
            <a:xfrm>
              <a:off x="3190842"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4" name="Straight Connector 23"/>
            <p:cNvCxnSpPr/>
            <p:nvPr/>
          </p:nvCxnSpPr>
          <p:spPr bwMode="auto">
            <a:xfrm>
              <a:off x="419028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p:nvCxnSpPr>
          <p:spPr bwMode="auto">
            <a:xfrm>
              <a:off x="5189717"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6" name="Straight Connector 25"/>
            <p:cNvCxnSpPr/>
            <p:nvPr/>
          </p:nvCxnSpPr>
          <p:spPr bwMode="auto">
            <a:xfrm>
              <a:off x="618915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7" name="Straight Connector 26"/>
            <p:cNvCxnSpPr/>
            <p:nvPr/>
          </p:nvCxnSpPr>
          <p:spPr bwMode="auto">
            <a:xfrm>
              <a:off x="7188594"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8" name="Straight Connector 27"/>
            <p:cNvCxnSpPr/>
            <p:nvPr/>
          </p:nvCxnSpPr>
          <p:spPr bwMode="auto">
            <a:xfrm>
              <a:off x="8188032"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9" name="Straight Connector 28"/>
            <p:cNvCxnSpPr/>
            <p:nvPr/>
          </p:nvCxnSpPr>
          <p:spPr bwMode="auto">
            <a:xfrm>
              <a:off x="918747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0" name="Straight Connector 29"/>
            <p:cNvCxnSpPr/>
            <p:nvPr/>
          </p:nvCxnSpPr>
          <p:spPr bwMode="auto">
            <a:xfrm>
              <a:off x="1018690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1" name="Straight Connector 30"/>
            <p:cNvCxnSpPr/>
            <p:nvPr/>
          </p:nvCxnSpPr>
          <p:spPr bwMode="auto">
            <a:xfrm>
              <a:off x="1118634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p:nvCxnSpPr>
          <p:spPr bwMode="auto">
            <a:xfrm>
              <a:off x="1218578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3" name="Straight Connector 32"/>
            <p:cNvCxnSpPr/>
            <p:nvPr/>
          </p:nvCxnSpPr>
          <p:spPr bwMode="auto">
            <a:xfrm>
              <a:off x="0" y="17171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4" name="Straight Connector 33"/>
            <p:cNvCxnSpPr/>
            <p:nvPr/>
          </p:nvCxnSpPr>
          <p:spPr bwMode="auto">
            <a:xfrm>
              <a:off x="0" y="72890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bwMode="auto">
            <a:xfrm>
              <a:off x="0" y="128609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bwMode="auto">
            <a:xfrm>
              <a:off x="0" y="184328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7" name="Straight Connector 36"/>
            <p:cNvCxnSpPr/>
            <p:nvPr/>
          </p:nvCxnSpPr>
          <p:spPr bwMode="auto">
            <a:xfrm>
              <a:off x="0" y="240047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8" name="Straight Connector 37"/>
            <p:cNvCxnSpPr/>
            <p:nvPr/>
          </p:nvCxnSpPr>
          <p:spPr bwMode="auto">
            <a:xfrm>
              <a:off x="0" y="295766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9" name="Straight Connector 38"/>
            <p:cNvCxnSpPr/>
            <p:nvPr/>
          </p:nvCxnSpPr>
          <p:spPr bwMode="auto">
            <a:xfrm>
              <a:off x="0" y="351485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0" name="Straight Connector 39"/>
            <p:cNvCxnSpPr/>
            <p:nvPr/>
          </p:nvCxnSpPr>
          <p:spPr bwMode="auto">
            <a:xfrm>
              <a:off x="0" y="407204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1" name="Straight Connector 40"/>
            <p:cNvCxnSpPr/>
            <p:nvPr/>
          </p:nvCxnSpPr>
          <p:spPr bwMode="auto">
            <a:xfrm>
              <a:off x="0" y="462923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2" name="Straight Connector 41"/>
            <p:cNvCxnSpPr/>
            <p:nvPr/>
          </p:nvCxnSpPr>
          <p:spPr bwMode="auto">
            <a:xfrm>
              <a:off x="0" y="518642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3" name="Straight Connector 42"/>
            <p:cNvCxnSpPr/>
            <p:nvPr/>
          </p:nvCxnSpPr>
          <p:spPr bwMode="auto">
            <a:xfrm>
              <a:off x="0" y="574361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4" name="Straight Connector 43"/>
            <p:cNvCxnSpPr/>
            <p:nvPr/>
          </p:nvCxnSpPr>
          <p:spPr bwMode="auto">
            <a:xfrm>
              <a:off x="0" y="6857999"/>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5" name="Straight Connector 44"/>
            <p:cNvCxnSpPr/>
            <p:nvPr/>
          </p:nvCxnSpPr>
          <p:spPr bwMode="auto">
            <a:xfrm>
              <a:off x="16613" y="6248400"/>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673745820" name="Title 1"/>
          <p:cNvSpPr>
            <a:spLocks noGrp="1"/>
          </p:cNvSpPr>
          <p:nvPr>
            <p:ph type="ctrTitle"/>
          </p:nvPr>
        </p:nvSpPr>
        <p:spPr bwMode="auto">
          <a:xfrm>
            <a:off x="418506" y="279114"/>
            <a:ext cx="11608483" cy="1674377"/>
          </a:xfrm>
        </p:spPr>
        <p:txBody>
          <a:bodyPr anchor="ctr">
            <a:normAutofit/>
          </a:bodyPr>
          <a:lstStyle/>
          <a:p>
            <a:pPr algn="l">
              <a:defRPr/>
            </a:pPr>
            <a:r>
              <a:rPr lang="en-US">
                <a:solidFill>
                  <a:schemeClr val="tx2"/>
                </a:solidFill>
              </a:rPr>
              <a:t>Problem Identification</a:t>
            </a:r>
            <a:endParaRPr/>
          </a:p>
        </p:txBody>
      </p:sp>
      <p:sp>
        <p:nvSpPr>
          <p:cNvPr id="1946835016" name="Subtitle 4"/>
          <p:cNvSpPr>
            <a:spLocks noGrp="1"/>
          </p:cNvSpPr>
          <p:nvPr>
            <p:ph type="subTitle" idx="1"/>
          </p:nvPr>
        </p:nvSpPr>
        <p:spPr bwMode="auto">
          <a:xfrm>
            <a:off x="207818" y="2450379"/>
            <a:ext cx="11568546" cy="4288124"/>
          </a:xfrm>
        </p:spPr>
        <p:txBody>
          <a:bodyPr vert="horz" lIns="91440" tIns="45720" rIns="91440" bIns="45720" rtlCol="0" anchor="t">
            <a:normAutofit fontScale="92500"/>
          </a:bodyPr>
          <a:lstStyle/>
          <a:p>
            <a:pPr algn="just">
              <a:lnSpc>
                <a:spcPct val="150000"/>
              </a:lnSpc>
              <a:defRPr/>
            </a:pPr>
            <a:r>
              <a:rPr lang="en-US" sz="1600" b="1">
                <a:solidFill>
                  <a:schemeClr val="tx1">
                    <a:lumMod val="76000"/>
                    <a:lumOff val="24000"/>
                  </a:schemeClr>
                </a:solidFill>
                <a:latin typeface="Posterama"/>
                <a:cs typeface="Posterama"/>
              </a:rPr>
              <a:t>1</a:t>
            </a:r>
            <a:r>
              <a:rPr lang="en-US" sz="1600" b="1">
                <a:solidFill>
                  <a:schemeClr val="bg2">
                    <a:lumMod val="25000"/>
                  </a:schemeClr>
                </a:solidFill>
                <a:latin typeface="Posterama"/>
                <a:cs typeface="Posterama"/>
              </a:rPr>
              <a:t>. Real-Time Processing &amp; Scalability</a:t>
            </a:r>
            <a:endParaRPr/>
          </a:p>
          <a:p>
            <a:pPr algn="just">
              <a:lnSpc>
                <a:spcPct val="150000"/>
              </a:lnSpc>
              <a:defRPr/>
            </a:pPr>
            <a:r>
              <a:rPr lang="en-US" sz="1600">
                <a:solidFill>
                  <a:schemeClr val="bg2">
                    <a:lumMod val="25000"/>
                  </a:schemeClr>
                </a:solidFill>
                <a:latin typeface="Posterama"/>
                <a:ea typeface="+mn-lt"/>
                <a:cs typeface="+mn-lt"/>
              </a:rPr>
              <a:t>Toxic messages can emerge at high volume in chat applications especially in gaming or streaming contexts. Systems must process messages in milliseconds and scale to handle thousands per second, without introducing latency or failing under load.</a:t>
            </a:r>
            <a:endParaRPr lang="en-US" sz="1600">
              <a:solidFill>
                <a:schemeClr val="bg2">
                  <a:lumMod val="25000"/>
                </a:schemeClr>
              </a:solidFill>
              <a:latin typeface="Posterama"/>
              <a:cs typeface="Posterama"/>
            </a:endParaRPr>
          </a:p>
          <a:p>
            <a:pPr algn="just">
              <a:lnSpc>
                <a:spcPct val="150000"/>
              </a:lnSpc>
              <a:defRPr/>
            </a:pPr>
            <a:r>
              <a:rPr lang="en-US" sz="1600" b="1">
                <a:solidFill>
                  <a:schemeClr val="bg2">
                    <a:lumMod val="25000"/>
                  </a:schemeClr>
                </a:solidFill>
                <a:latin typeface="Posterama"/>
                <a:cs typeface="Posterama"/>
              </a:rPr>
              <a:t>2. Context Sensitivity &amp; Subtlety</a:t>
            </a:r>
            <a:endParaRPr/>
          </a:p>
          <a:p>
            <a:pPr algn="just">
              <a:lnSpc>
                <a:spcPct val="150000"/>
              </a:lnSpc>
              <a:defRPr/>
            </a:pPr>
            <a:r>
              <a:rPr lang="en-US" sz="1600">
                <a:solidFill>
                  <a:schemeClr val="bg2">
                    <a:lumMod val="25000"/>
                  </a:schemeClr>
                </a:solidFill>
                <a:latin typeface="Posterama"/>
                <a:ea typeface="+mn-lt"/>
                <a:cs typeface="+mn-lt"/>
              </a:rPr>
              <a:t>Many messages rely on subtle language, sarcasm, or insider slang to convey toxicity. Systems must distinguish harmless banter from harmful content, which often requires understanding chat history, speaker relationships, and context nuances.</a:t>
            </a:r>
            <a:endParaRPr lang="en-US">
              <a:solidFill>
                <a:schemeClr val="bg2">
                  <a:lumMod val="25000"/>
                </a:schemeClr>
              </a:solidFill>
              <a:latin typeface="Posterama"/>
              <a:ea typeface="+mn-lt"/>
              <a:cs typeface="+mn-lt"/>
            </a:endParaRPr>
          </a:p>
          <a:p>
            <a:pPr algn="just">
              <a:lnSpc>
                <a:spcPct val="150000"/>
              </a:lnSpc>
              <a:defRPr/>
            </a:pPr>
            <a:r>
              <a:rPr lang="en-US" sz="1600" b="1">
                <a:solidFill>
                  <a:srgbClr val="3C3C3C"/>
                </a:solidFill>
                <a:latin typeface="Posterama"/>
                <a:cs typeface="Posterama"/>
              </a:rPr>
              <a:t>3. Bias &amp; Fairness Concerns</a:t>
            </a:r>
            <a:endParaRPr lang="en-US" b="1">
              <a:latin typeface="Posterama"/>
              <a:cs typeface="Posterama"/>
            </a:endParaRPr>
          </a:p>
          <a:p>
            <a:pPr algn="just">
              <a:lnSpc>
                <a:spcPct val="150000"/>
              </a:lnSpc>
              <a:defRPr/>
            </a:pPr>
            <a:r>
              <a:rPr lang="en-US" sz="1600">
                <a:solidFill>
                  <a:schemeClr val="bg2">
                    <a:lumMod val="25000"/>
                  </a:schemeClr>
                </a:solidFill>
                <a:latin typeface="Posterama"/>
                <a:ea typeface="+mn-lt"/>
                <a:cs typeface="+mn-lt"/>
              </a:rPr>
              <a:t>Toxicity is often subjectively defined, varying with culture, identity, and language. Models trained on biased data may unfairly target certain dialects or demographic groups, necessitating careful bias analysis and mitigation strategies.</a:t>
            </a:r>
            <a:endParaRPr lang="en-US">
              <a:solidFill>
                <a:schemeClr val="bg2">
                  <a:lumMod val="25000"/>
                </a:schemeClr>
              </a:solidFill>
              <a:latin typeface="Posterama"/>
              <a:cs typeface="Posterama"/>
            </a:endParaRPr>
          </a:p>
          <a:p>
            <a:pPr algn="just">
              <a:lnSpc>
                <a:spcPct val="150000"/>
              </a:lnSpc>
              <a:defRPr/>
            </a:pPr>
            <a:endParaRPr lang="en-US" sz="1600">
              <a:solidFill>
                <a:schemeClr val="bg2">
                  <a:lumMod val="25000"/>
                </a:schemeClr>
              </a:solidFill>
              <a:latin typeface="Posterama"/>
              <a:cs typeface="Posterama"/>
            </a:endParaRPr>
          </a:p>
          <a:p>
            <a:pPr algn="just">
              <a:lnSpc>
                <a:spcPct val="150000"/>
              </a:lnSpc>
              <a:defRPr/>
            </a:pPr>
            <a:endParaRPr lang="en-US" sz="1600">
              <a:solidFill>
                <a:srgbClr val="3C3C3C"/>
              </a:solidFill>
              <a:latin typeface="Posterama"/>
              <a:cs typeface="Posterama"/>
            </a:endParaRPr>
          </a:p>
          <a:p>
            <a:pPr marL="285750" indent="-285750" algn="just">
              <a:lnSpc>
                <a:spcPct val="150000"/>
              </a:lnSpc>
              <a:buFont typeface="Arial"/>
              <a:buChar char="•"/>
              <a:defRPr/>
            </a:pPr>
            <a:endParaRPr lang="en-US">
              <a:latin typeface="Posterama"/>
              <a:cs typeface="Posterama"/>
            </a:endParaRPr>
          </a:p>
          <a:p>
            <a:pPr algn="just">
              <a:lnSpc>
                <a:spcPct val="150000"/>
              </a:lnSpc>
              <a:defRPr/>
            </a:pPr>
            <a:endParaRPr lang="en-US" sz="1600">
              <a:solidFill>
                <a:srgbClr val="3C3C3C"/>
              </a:solidFill>
              <a:latin typeface="Posterama"/>
              <a:cs typeface="Posterama"/>
            </a:endParaRPr>
          </a:p>
          <a:p>
            <a:pPr algn="just">
              <a:lnSpc>
                <a:spcPct val="150000"/>
              </a:lnSpc>
              <a:defRPr/>
            </a:pPr>
            <a:endParaRPr lang="en-US" sz="1600">
              <a:solidFill>
                <a:schemeClr val="tx1">
                  <a:lumMod val="76000"/>
                  <a:lumOff val="24000"/>
                </a:schemeClr>
              </a:solidFill>
              <a:latin typeface="Posterama"/>
              <a:cs typeface="Posterama"/>
            </a:endParaRPr>
          </a:p>
          <a:p>
            <a:pPr algn="just">
              <a:lnSpc>
                <a:spcPct val="150000"/>
              </a:lnSpc>
              <a:defRPr/>
            </a:pPr>
            <a:endParaRPr lang="en-US" sz="1400" b="1">
              <a:solidFill>
                <a:schemeClr val="tx1">
                  <a:lumMod val="76000"/>
                  <a:lumOff val="24000"/>
                </a:schemeClr>
              </a:solidFill>
              <a:latin typeface="Posterama"/>
              <a:cs typeface="Posterama"/>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chemeClr val="bg1"/>
        </a:solidFill>
      </p:bgPr>
    </p:bg>
    <p:spTree>
      <p:nvGrpSpPr>
        <p:cNvPr id="1" name=""/>
        <p:cNvGrpSpPr/>
        <p:nvPr/>
      </p:nvGrpSpPr>
      <p:grpSpPr bwMode="auto">
        <a:xfrm>
          <a:off x="0" y="0"/>
          <a:ext cx="0" cy="0"/>
          <a:chOff x="0" y="0"/>
          <a:chExt cx="0" cy="0"/>
        </a:xfrm>
      </p:grpSpPr>
      <p:sp useBgFill="1">
        <p:nvSpPr>
          <p:cNvPr id="156171363" name="Rectangle 7"/>
          <p:cNvSpPr>
            <a:spLocks noAdjustHandles="1" noChangeArrowheads="1" noChangeAspect="1" noChangeShapeType="1" noEditPoints="1" noGrp="1" noMove="1" noResize="1" noRot="1" noTextEdit="1"/>
          </p:cNvSpPr>
          <p:nvPr/>
        </p:nvSpPr>
        <p:spPr bwMode="auto">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a:solidFill>
                <a:schemeClr val="bg1"/>
              </a:solidFill>
              <a:latin typeface="Avenir Next LT Pro"/>
              <a:ea typeface="Batang"/>
              <a:cs typeface="Calibri"/>
            </a:endParaRPr>
          </a:p>
        </p:txBody>
      </p:sp>
      <p:sp>
        <p:nvSpPr>
          <p:cNvPr id="724245941" name="Freeform: Shape 11"/>
          <p:cNvSpPr>
            <a:spLocks noAdjustHandles="1" noChangeArrowheads="1" noChangeAspect="1" noChangeShapeType="1" noEditPoints="1" noGrp="1" noMove="1" noResize="1" noRot="1" noTextEdit="1"/>
          </p:cNvSpPr>
          <p:nvPr/>
        </p:nvSpPr>
        <p:spPr bwMode="auto">
          <a:xfrm rot="10800000">
            <a:off x="2750" y="1"/>
            <a:ext cx="12188952" cy="2452880"/>
          </a:xfrm>
          <a:custGeom>
            <a:avLst/>
            <a:gdLst>
              <a:gd name="connsiteX0" fmla="*/ 8951169 w 12178450"/>
              <a:gd name="connsiteY0" fmla="*/ 32 h 2001622"/>
              <a:gd name="connsiteX1" fmla="*/ 11653845 w 12178450"/>
              <a:gd name="connsiteY1" fmla="*/ 209874 h 2001622"/>
              <a:gd name="connsiteX2" fmla="*/ 12178450 w 12178450"/>
              <a:gd name="connsiteY2" fmla="*/ 286723 h 2001622"/>
              <a:gd name="connsiteX3" fmla="*/ 12178450 w 12178450"/>
              <a:gd name="connsiteY3" fmla="*/ 2001622 h 2001622"/>
              <a:gd name="connsiteX4" fmla="*/ 0 w 12178450"/>
              <a:gd name="connsiteY4" fmla="*/ 2001622 h 2001622"/>
              <a:gd name="connsiteX5" fmla="*/ 0 w 12178450"/>
              <a:gd name="connsiteY5" fmla="*/ 1010979 h 2001622"/>
              <a:gd name="connsiteX6" fmla="*/ 8951169 w 12178450"/>
              <a:gd name="connsiteY6" fmla="*/ 32 h 20016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78450" h="2001622" fill="norm" stroke="1" extrusionOk="0">
                <a:moveTo>
                  <a:pt x="8951169" y="32"/>
                </a:moveTo>
                <a:cubicBezTo>
                  <a:pt x="9704520" y="1593"/>
                  <a:pt x="10578586" y="62133"/>
                  <a:pt x="11653845" y="209874"/>
                </a:cubicBezTo>
                <a:lnTo>
                  <a:pt x="12178450" y="286723"/>
                </a:lnTo>
                <a:lnTo>
                  <a:pt x="12178450" y="2001622"/>
                </a:lnTo>
                <a:lnTo>
                  <a:pt x="0" y="2001622"/>
                </a:lnTo>
                <a:lnTo>
                  <a:pt x="0" y="1010979"/>
                </a:lnTo>
                <a:cubicBezTo>
                  <a:pt x="4768989" y="1010979"/>
                  <a:pt x="5812206" y="-6472"/>
                  <a:pt x="8951169" y="32"/>
                </a:cubicBezTo>
                <a:close/>
              </a:path>
            </a:pathLst>
          </a:custGeom>
          <a:solidFill>
            <a:schemeClr val="accent5">
              <a:lumMod val="20000"/>
              <a:lumOff val="8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defRPr/>
            </a:pPr>
            <a:endParaRPr lang="en-US">
              <a:solidFill>
                <a:schemeClr val="bg1"/>
              </a:solidFill>
            </a:endParaRPr>
          </a:p>
        </p:txBody>
      </p:sp>
      <p:sp>
        <p:nvSpPr>
          <p:cNvPr id="304913843" name="Right Triangle 13"/>
          <p:cNvSpPr>
            <a:spLocks noAdjustHandles="1" noChangeArrowheads="1" noChangeAspect="1" noChangeShapeType="1" noEditPoints="1" noGrp="1" noMove="1" noResize="1" noRot="1" noTextEdit="1"/>
          </p:cNvSpPr>
          <p:nvPr/>
        </p:nvSpPr>
        <p:spPr bwMode="auto">
          <a:xfrm rot="13500000">
            <a:off x="-265270" y="4918297"/>
            <a:ext cx="568289" cy="568289"/>
          </a:xfrm>
          <a:prstGeom prst="rtTriangle">
            <a:avLst/>
          </a:prstGeom>
          <a:solidFill>
            <a:schemeClr val="bg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a:p>
        </p:txBody>
      </p:sp>
      <p:grpSp>
        <p:nvGrpSpPr>
          <p:cNvPr id="1359447552" name="Group 15"/>
          <p:cNvGrpSpPr>
            <a:grpSpLocks noChangeAspect="1" noGrp="1" noMove="1" noResize="1" noRot="1" noUngrp="1"/>
          </p:cNvGrpSpPr>
          <p:nvPr/>
        </p:nvGrpSpPr>
        <p:grpSpPr bwMode="auto">
          <a:xfrm>
            <a:off x="-6214" y="-1"/>
            <a:ext cx="12214827" cy="6858000"/>
            <a:chOff x="-6214" y="-1"/>
            <a:chExt cx="12214827" cy="6858000"/>
          </a:xfrm>
        </p:grpSpPr>
        <p:cxnSp>
          <p:nvCxnSpPr>
            <p:cNvPr id="17" name="Straight Connector 16"/>
            <p:cNvCxnSpPr/>
            <p:nvPr/>
          </p:nvCxnSpPr>
          <p:spPr bwMode="auto">
            <a:xfrm>
              <a:off x="-6214" y="6686283"/>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p:nvPr/>
          </p:nvCxnSpPr>
          <p:spPr bwMode="auto">
            <a:xfrm>
              <a:off x="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 name="Straight Connector 18"/>
            <p:cNvCxnSpPr/>
            <p:nvPr/>
          </p:nvCxnSpPr>
          <p:spPr bwMode="auto">
            <a:xfrm>
              <a:off x="1199325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 name="Straight Connector 19"/>
            <p:cNvCxnSpPr/>
            <p:nvPr/>
          </p:nvCxnSpPr>
          <p:spPr bwMode="auto">
            <a:xfrm>
              <a:off x="19252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p:nvCxnSpPr>
          <p:spPr bwMode="auto">
            <a:xfrm>
              <a:off x="119196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2" name="Straight Connector 21"/>
            <p:cNvCxnSpPr/>
            <p:nvPr/>
          </p:nvCxnSpPr>
          <p:spPr bwMode="auto">
            <a:xfrm>
              <a:off x="2191404"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3" name="Straight Connector 22"/>
            <p:cNvCxnSpPr/>
            <p:nvPr/>
          </p:nvCxnSpPr>
          <p:spPr bwMode="auto">
            <a:xfrm>
              <a:off x="3190842"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4" name="Straight Connector 23"/>
            <p:cNvCxnSpPr/>
            <p:nvPr/>
          </p:nvCxnSpPr>
          <p:spPr bwMode="auto">
            <a:xfrm>
              <a:off x="419028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p:nvCxnSpPr>
          <p:spPr bwMode="auto">
            <a:xfrm>
              <a:off x="5189717"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6" name="Straight Connector 25"/>
            <p:cNvCxnSpPr/>
            <p:nvPr/>
          </p:nvCxnSpPr>
          <p:spPr bwMode="auto">
            <a:xfrm>
              <a:off x="618915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7" name="Straight Connector 26"/>
            <p:cNvCxnSpPr/>
            <p:nvPr/>
          </p:nvCxnSpPr>
          <p:spPr bwMode="auto">
            <a:xfrm>
              <a:off x="7188594"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8" name="Straight Connector 27"/>
            <p:cNvCxnSpPr/>
            <p:nvPr/>
          </p:nvCxnSpPr>
          <p:spPr bwMode="auto">
            <a:xfrm>
              <a:off x="8188032"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9" name="Straight Connector 28"/>
            <p:cNvCxnSpPr/>
            <p:nvPr/>
          </p:nvCxnSpPr>
          <p:spPr bwMode="auto">
            <a:xfrm>
              <a:off x="918747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0" name="Straight Connector 29"/>
            <p:cNvCxnSpPr/>
            <p:nvPr/>
          </p:nvCxnSpPr>
          <p:spPr bwMode="auto">
            <a:xfrm>
              <a:off x="1018690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1" name="Straight Connector 30"/>
            <p:cNvCxnSpPr/>
            <p:nvPr/>
          </p:nvCxnSpPr>
          <p:spPr bwMode="auto">
            <a:xfrm>
              <a:off x="1118634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p:nvCxnSpPr>
          <p:spPr bwMode="auto">
            <a:xfrm>
              <a:off x="1218578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3" name="Straight Connector 32"/>
            <p:cNvCxnSpPr/>
            <p:nvPr/>
          </p:nvCxnSpPr>
          <p:spPr bwMode="auto">
            <a:xfrm>
              <a:off x="0" y="17171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4" name="Straight Connector 33"/>
            <p:cNvCxnSpPr/>
            <p:nvPr/>
          </p:nvCxnSpPr>
          <p:spPr bwMode="auto">
            <a:xfrm>
              <a:off x="0" y="72890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bwMode="auto">
            <a:xfrm>
              <a:off x="0" y="128609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bwMode="auto">
            <a:xfrm>
              <a:off x="0" y="184328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7" name="Straight Connector 36"/>
            <p:cNvCxnSpPr/>
            <p:nvPr/>
          </p:nvCxnSpPr>
          <p:spPr bwMode="auto">
            <a:xfrm>
              <a:off x="0" y="240047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8" name="Straight Connector 37"/>
            <p:cNvCxnSpPr/>
            <p:nvPr/>
          </p:nvCxnSpPr>
          <p:spPr bwMode="auto">
            <a:xfrm>
              <a:off x="0" y="295766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9" name="Straight Connector 38"/>
            <p:cNvCxnSpPr/>
            <p:nvPr/>
          </p:nvCxnSpPr>
          <p:spPr bwMode="auto">
            <a:xfrm>
              <a:off x="0" y="351485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0" name="Straight Connector 39"/>
            <p:cNvCxnSpPr/>
            <p:nvPr/>
          </p:nvCxnSpPr>
          <p:spPr bwMode="auto">
            <a:xfrm>
              <a:off x="0" y="407204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1" name="Straight Connector 40"/>
            <p:cNvCxnSpPr/>
            <p:nvPr/>
          </p:nvCxnSpPr>
          <p:spPr bwMode="auto">
            <a:xfrm>
              <a:off x="0" y="462923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2" name="Straight Connector 41"/>
            <p:cNvCxnSpPr/>
            <p:nvPr/>
          </p:nvCxnSpPr>
          <p:spPr bwMode="auto">
            <a:xfrm>
              <a:off x="0" y="518642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3" name="Straight Connector 42"/>
            <p:cNvCxnSpPr/>
            <p:nvPr/>
          </p:nvCxnSpPr>
          <p:spPr bwMode="auto">
            <a:xfrm>
              <a:off x="0" y="574361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4" name="Straight Connector 43"/>
            <p:cNvCxnSpPr/>
            <p:nvPr/>
          </p:nvCxnSpPr>
          <p:spPr bwMode="auto">
            <a:xfrm>
              <a:off x="0" y="6857999"/>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5" name="Straight Connector 44"/>
            <p:cNvCxnSpPr/>
            <p:nvPr/>
          </p:nvCxnSpPr>
          <p:spPr bwMode="auto">
            <a:xfrm>
              <a:off x="16613" y="6248400"/>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1482110338" name="Title 1"/>
          <p:cNvSpPr>
            <a:spLocks noGrp="1"/>
          </p:cNvSpPr>
          <p:nvPr>
            <p:ph type="ctrTitle"/>
          </p:nvPr>
        </p:nvSpPr>
        <p:spPr bwMode="auto">
          <a:xfrm>
            <a:off x="418506" y="279114"/>
            <a:ext cx="6577552" cy="1674377"/>
          </a:xfrm>
        </p:spPr>
        <p:txBody>
          <a:bodyPr anchor="ctr">
            <a:normAutofit/>
          </a:bodyPr>
          <a:lstStyle/>
          <a:p>
            <a:pPr algn="l">
              <a:defRPr/>
            </a:pPr>
            <a:r>
              <a:rPr lang="en-US">
                <a:solidFill>
                  <a:schemeClr val="tx2"/>
                </a:solidFill>
                <a:ea typeface="+mj-lt"/>
                <a:cs typeface="+mj-lt"/>
              </a:rPr>
              <a:t>Tech Stack</a:t>
            </a:r>
            <a:endParaRPr lang="en-US">
              <a:solidFill>
                <a:schemeClr val="tx2"/>
              </a:solidFill>
            </a:endParaRPr>
          </a:p>
        </p:txBody>
      </p:sp>
      <p:graphicFrame>
        <p:nvGraphicFramePr>
          <p:cNvPr id="1145375640" name="Table 9"/>
          <p:cNvGraphicFramePr>
            <a:graphicFrameLocks xmlns:a="http://schemas.openxmlformats.org/drawingml/2006/main" noGrp="1"/>
          </p:cNvGraphicFramePr>
          <p:nvPr/>
        </p:nvGraphicFramePr>
        <p:xfrm rot="0">
          <a:off x="926336" y="3148579"/>
          <a:ext cx="10342822" cy="2590800"/>
        </p:xfrm>
        <a:graphic>
          <a:graphicData uri="http://schemas.openxmlformats.org/drawingml/2006/table">
            <a:tbl>
              <a:tblPr firstRow="0" firstCol="0" lastRow="0" lastCol="0" bandRow="1" bandCol="0">
                <a:tableStyleId>{5DA37D80-6434-44D0-A028-1B22A696006F}</a:tableStyleId>
              </a:tblPr>
              <a:tblGrid>
                <a:gridCol w="2286000"/>
                <a:gridCol w="8056822"/>
              </a:tblGrid>
              <a:tr h="0">
                <a:tc>
                  <a:txBody>
                    <a:bodyPr/>
                    <a:p>
                      <a:pPr>
                        <a:buNone/>
                        <a:defRPr/>
                      </a:pPr>
                      <a:r>
                        <a:rPr lang="en-US" sz="1600" b="1">
                          <a:solidFill>
                            <a:schemeClr val="bg2">
                              <a:lumMod val="25000"/>
                            </a:schemeClr>
                          </a:solidFill>
                          <a:latin typeface="Posterama"/>
                        </a:rPr>
                        <a:t>Layer</a:t>
                      </a:r>
                      <a:endParaRPr/>
                    </a:p>
                  </a:txBody>
                  <a:tcPr anchor="ctr"/>
                </a:tc>
                <a:tc>
                  <a:txBody>
                    <a:bodyPr/>
                    <a:p>
                      <a:pPr>
                        <a:buNone/>
                        <a:defRPr/>
                      </a:pPr>
                      <a:r>
                        <a:rPr lang="en-US" sz="1600" b="1">
                          <a:solidFill>
                            <a:schemeClr val="bg2">
                              <a:lumMod val="25000"/>
                            </a:schemeClr>
                          </a:solidFill>
                          <a:latin typeface="Posterama"/>
                        </a:rPr>
                        <a:t>Components</a:t>
                      </a:r>
                      <a:endParaRPr/>
                    </a:p>
                  </a:txBody>
                  <a:tcPr anchor="ctr"/>
                </a:tc>
              </a:tr>
              <a:tr h="0">
                <a:tc>
                  <a:txBody>
                    <a:bodyPr/>
                    <a:p>
                      <a:pPr>
                        <a:buNone/>
                        <a:defRPr/>
                      </a:pPr>
                      <a:r>
                        <a:rPr lang="en-US" sz="1600" b="1">
                          <a:solidFill>
                            <a:schemeClr val="bg2">
                              <a:lumMod val="25000"/>
                            </a:schemeClr>
                          </a:solidFill>
                          <a:latin typeface="Posterama"/>
                        </a:rPr>
                        <a:t>Data Source</a:t>
                      </a:r>
                      <a:endParaRPr/>
                    </a:p>
                  </a:txBody>
                  <a:tcPr anchor="ctr"/>
                </a:tc>
                <a:tc>
                  <a:txBody>
                    <a:bodyPr/>
                    <a:p>
                      <a:pPr>
                        <a:buNone/>
                        <a:defRPr/>
                      </a:pPr>
                      <a:r>
                        <a:rPr lang="en-US" sz="1600" b="0">
                          <a:solidFill>
                            <a:schemeClr val="bg2">
                              <a:lumMod val="25000"/>
                            </a:schemeClr>
                          </a:solidFill>
                          <a:latin typeface="Posterama"/>
                        </a:rPr>
                        <a:t>CSV (toxic comments dataset)</a:t>
                      </a:r>
                      <a:endParaRPr/>
                    </a:p>
                  </a:txBody>
                  <a:tcPr anchor="ctr"/>
                </a:tc>
              </a:tr>
              <a:tr h="0">
                <a:tc>
                  <a:txBody>
                    <a:bodyPr/>
                    <a:p>
                      <a:pPr>
                        <a:buNone/>
                        <a:defRPr/>
                      </a:pPr>
                      <a:r>
                        <a:rPr lang="en-US" sz="1600" b="1">
                          <a:solidFill>
                            <a:schemeClr val="bg2">
                              <a:lumMod val="25000"/>
                            </a:schemeClr>
                          </a:solidFill>
                          <a:latin typeface="Posterama"/>
                        </a:rPr>
                        <a:t>Data Ingestion</a:t>
                      </a:r>
                      <a:endParaRPr/>
                    </a:p>
                  </a:txBody>
                  <a:tcPr anchor="ctr"/>
                </a:tc>
                <a:tc>
                  <a:txBody>
                    <a:bodyPr/>
                    <a:p>
                      <a:pPr>
                        <a:buNone/>
                        <a:defRPr/>
                      </a:pPr>
                      <a:r>
                        <a:rPr lang="en-US" sz="1600" b="0">
                          <a:solidFill>
                            <a:schemeClr val="bg2">
                              <a:lumMod val="25000"/>
                            </a:schemeClr>
                          </a:solidFill>
                          <a:latin typeface="Posterama"/>
                        </a:rPr>
                        <a:t>PySpark</a:t>
                      </a:r>
                      <a:r>
                        <a:rPr lang="en-US" sz="1600" b="0">
                          <a:solidFill>
                            <a:schemeClr val="bg2">
                              <a:lumMod val="25000"/>
                            </a:schemeClr>
                          </a:solidFill>
                          <a:latin typeface="Posterama"/>
                        </a:rPr>
                        <a:t> (read CSV/JSON directly from local or HDFS)</a:t>
                      </a:r>
                      <a:endParaRPr/>
                    </a:p>
                  </a:txBody>
                  <a:tcPr anchor="ctr"/>
                </a:tc>
              </a:tr>
              <a:tr h="0">
                <a:tc>
                  <a:txBody>
                    <a:bodyPr/>
                    <a:p>
                      <a:pPr>
                        <a:buNone/>
                        <a:defRPr/>
                      </a:pPr>
                      <a:r>
                        <a:rPr lang="en-US" sz="1600" b="1">
                          <a:solidFill>
                            <a:schemeClr val="bg2">
                              <a:lumMod val="25000"/>
                            </a:schemeClr>
                          </a:solidFill>
                          <a:latin typeface="Posterama"/>
                        </a:rPr>
                        <a:t>Processing Engine</a:t>
                      </a:r>
                      <a:endParaRPr/>
                    </a:p>
                  </a:txBody>
                  <a:tcPr anchor="ctr"/>
                </a:tc>
                <a:tc>
                  <a:txBody>
                    <a:bodyPr/>
                    <a:p>
                      <a:pPr>
                        <a:buNone/>
                        <a:defRPr/>
                      </a:pPr>
                      <a:r>
                        <a:rPr lang="en-US" sz="1600" b="0">
                          <a:solidFill>
                            <a:schemeClr val="bg2">
                              <a:lumMod val="25000"/>
                            </a:schemeClr>
                          </a:solidFill>
                          <a:latin typeface="Posterama"/>
                        </a:rPr>
                        <a:t>PySpark</a:t>
                      </a:r>
                      <a:r>
                        <a:rPr lang="en-US" sz="1600" b="0">
                          <a:solidFill>
                            <a:schemeClr val="bg2">
                              <a:lumMod val="25000"/>
                            </a:schemeClr>
                          </a:solidFill>
                          <a:latin typeface="Posterama"/>
                        </a:rPr>
                        <a:t> (Spark Core, </a:t>
                      </a:r>
                      <a:r>
                        <a:rPr lang="en-US" sz="1600" b="0">
                          <a:solidFill>
                            <a:schemeClr val="bg2">
                              <a:lumMod val="25000"/>
                            </a:schemeClr>
                          </a:solidFill>
                          <a:latin typeface="Posterama"/>
                        </a:rPr>
                        <a:t>DataFrame</a:t>
                      </a:r>
                      <a:r>
                        <a:rPr lang="en-US" sz="1600" b="0">
                          <a:solidFill>
                            <a:schemeClr val="bg2">
                              <a:lumMod val="25000"/>
                            </a:schemeClr>
                          </a:solidFill>
                          <a:latin typeface="Posterama"/>
                        </a:rPr>
                        <a:t> API)</a:t>
                      </a:r>
                      <a:endParaRPr/>
                    </a:p>
                  </a:txBody>
                  <a:tcPr anchor="ctr"/>
                </a:tc>
              </a:tr>
              <a:tr h="0">
                <a:tc>
                  <a:txBody>
                    <a:bodyPr/>
                    <a:p>
                      <a:pPr>
                        <a:buNone/>
                        <a:defRPr/>
                      </a:pPr>
                      <a:r>
                        <a:rPr lang="en-US" sz="1600" b="1">
                          <a:solidFill>
                            <a:schemeClr val="bg2">
                              <a:lumMod val="25000"/>
                            </a:schemeClr>
                          </a:solidFill>
                          <a:latin typeface="Posterama"/>
                        </a:rPr>
                        <a:t>NLP &amp; Model</a:t>
                      </a:r>
                      <a:endParaRPr/>
                    </a:p>
                  </a:txBody>
                  <a:tcPr anchor="ctr"/>
                </a:tc>
                <a:tc>
                  <a:txBody>
                    <a:bodyPr/>
                    <a:p>
                      <a:pPr>
                        <a:buNone/>
                        <a:defRPr/>
                      </a:pPr>
                      <a:r>
                        <a:rPr lang="en-US" sz="1600" b="0">
                          <a:solidFill>
                            <a:schemeClr val="bg2">
                              <a:lumMod val="25000"/>
                            </a:schemeClr>
                          </a:solidFill>
                          <a:latin typeface="Posterama"/>
                        </a:rPr>
                        <a:t>Spark </a:t>
                      </a:r>
                      <a:r>
                        <a:rPr lang="en-US" sz="1600" b="0">
                          <a:solidFill>
                            <a:schemeClr val="bg2">
                              <a:lumMod val="25000"/>
                            </a:schemeClr>
                          </a:solidFill>
                          <a:latin typeface="Posterama"/>
                        </a:rPr>
                        <a:t>MLlib</a:t>
                      </a:r>
                      <a:r>
                        <a:rPr lang="en-US" sz="1600" b="0">
                          <a:solidFill>
                            <a:schemeClr val="bg2">
                              <a:lumMod val="25000"/>
                            </a:schemeClr>
                          </a:solidFill>
                          <a:latin typeface="Posterama"/>
                        </a:rPr>
                        <a:t> (for classification) + basic preprocessing (tokenization, TF-IDF, logistic regression)</a:t>
                      </a:r>
                      <a:endParaRPr/>
                    </a:p>
                  </a:txBody>
                  <a:tcPr anchor="ctr"/>
                </a:tc>
              </a:tr>
              <a:tr h="0">
                <a:tc>
                  <a:txBody>
                    <a:bodyPr/>
                    <a:p>
                      <a:pPr>
                        <a:buNone/>
                        <a:defRPr/>
                      </a:pPr>
                      <a:r>
                        <a:rPr lang="en-US" sz="1600" b="1">
                          <a:solidFill>
                            <a:schemeClr val="bg2">
                              <a:lumMod val="25000"/>
                            </a:schemeClr>
                          </a:solidFill>
                          <a:latin typeface="Posterama"/>
                        </a:rPr>
                        <a:t>Serving / Output</a:t>
                      </a:r>
                      <a:endParaRPr/>
                    </a:p>
                  </a:txBody>
                  <a:tcPr anchor="ctr"/>
                </a:tc>
                <a:tc>
                  <a:txBody>
                    <a:bodyPr/>
                    <a:p>
                      <a:pPr>
                        <a:buNone/>
                        <a:defRPr/>
                      </a:pPr>
                      <a:r>
                        <a:rPr lang="en-US" sz="1600" b="0">
                          <a:solidFill>
                            <a:schemeClr val="bg2">
                              <a:lumMod val="25000"/>
                            </a:schemeClr>
                          </a:solidFill>
                          <a:latin typeface="Posterama"/>
                        </a:rPr>
                        <a:t>Store results back as CSV with toxicity labels &amp; scores</a:t>
                      </a:r>
                      <a:endParaRPr/>
                    </a:p>
                  </a:txBody>
                  <a:tcPr anchor="ctr"/>
                </a:tc>
              </a:tr>
              <a:tr h="0">
                <a:tc>
                  <a:txBody>
                    <a:bodyPr/>
                    <a:p>
                      <a:pPr>
                        <a:buNone/>
                        <a:defRPr/>
                      </a:pPr>
                      <a:r>
                        <a:rPr lang="en-US" sz="1600" b="1">
                          <a:solidFill>
                            <a:schemeClr val="bg2">
                              <a:lumMod val="25000"/>
                            </a:schemeClr>
                          </a:solidFill>
                          <a:latin typeface="Posterama"/>
                        </a:rPr>
                        <a:t>Infrastructure</a:t>
                      </a:r>
                      <a:endParaRPr/>
                    </a:p>
                  </a:txBody>
                  <a:tcPr anchor="ctr"/>
                </a:tc>
                <a:tc>
                  <a:txBody>
                    <a:bodyPr/>
                    <a:p>
                      <a:pPr>
                        <a:buNone/>
                        <a:defRPr/>
                      </a:pPr>
                      <a:r>
                        <a:rPr lang="en-US" sz="1600" b="0">
                          <a:solidFill>
                            <a:schemeClr val="bg2">
                              <a:lumMod val="25000"/>
                            </a:schemeClr>
                          </a:solidFill>
                          <a:latin typeface="Posterama"/>
                        </a:rPr>
                        <a:t>Local Spark / </a:t>
                      </a:r>
                      <a:r>
                        <a:rPr lang="en-US" sz="1600" b="0">
                          <a:solidFill>
                            <a:schemeClr val="bg2">
                              <a:lumMod val="25000"/>
                            </a:schemeClr>
                          </a:solidFill>
                          <a:latin typeface="Posterama"/>
                        </a:rPr>
                        <a:t>Jupyter</a:t>
                      </a:r>
                      <a:r>
                        <a:rPr lang="en-US" sz="1600" b="0">
                          <a:solidFill>
                            <a:schemeClr val="bg2">
                              <a:lumMod val="25000"/>
                            </a:schemeClr>
                          </a:solidFill>
                          <a:latin typeface="Posterama"/>
                        </a:rPr>
                        <a:t> Notebook </a:t>
                      </a:r>
                      <a:endParaRPr/>
                    </a:p>
                  </a:txBody>
                  <a:tcPr anchor="ct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chemeClr val="bg1"/>
        </a:solidFill>
      </p:bgPr>
    </p:bg>
    <p:spTree>
      <p:nvGrpSpPr>
        <p:cNvPr id="1" name=""/>
        <p:cNvGrpSpPr/>
        <p:nvPr/>
      </p:nvGrpSpPr>
      <p:grpSpPr bwMode="auto">
        <a:xfrm>
          <a:off x="0" y="0"/>
          <a:ext cx="0" cy="0"/>
          <a:chOff x="0" y="0"/>
          <a:chExt cx="0" cy="0"/>
        </a:xfrm>
      </p:grpSpPr>
      <p:sp useBgFill="1">
        <p:nvSpPr>
          <p:cNvPr id="1893559941" name="Rectangle 7"/>
          <p:cNvSpPr>
            <a:spLocks noAdjustHandles="1" noChangeArrowheads="1" noChangeAspect="1" noChangeShapeType="1" noEditPoints="1" noGrp="1" noMove="1" noResize="1" noRot="1" noTextEdit="1"/>
          </p:cNvSpPr>
          <p:nvPr/>
        </p:nvSpPr>
        <p:spPr bwMode="auto">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a:solidFill>
                <a:schemeClr val="bg1"/>
              </a:solidFill>
            </a:endParaRPr>
          </a:p>
        </p:txBody>
      </p:sp>
      <p:sp>
        <p:nvSpPr>
          <p:cNvPr id="2008173491" name="Freeform: Shape 11"/>
          <p:cNvSpPr>
            <a:spLocks noAdjustHandles="1" noChangeArrowheads="1" noChangeAspect="1" noChangeShapeType="1" noEditPoints="1" noGrp="1" noMove="1" noResize="1" noRot="1" noTextEdit="1"/>
          </p:cNvSpPr>
          <p:nvPr/>
        </p:nvSpPr>
        <p:spPr bwMode="auto">
          <a:xfrm rot="10800000">
            <a:off x="2750" y="1"/>
            <a:ext cx="12188952" cy="2452880"/>
          </a:xfrm>
          <a:custGeom>
            <a:avLst/>
            <a:gdLst>
              <a:gd name="connsiteX0" fmla="*/ 8951169 w 12178450"/>
              <a:gd name="connsiteY0" fmla="*/ 32 h 2001622"/>
              <a:gd name="connsiteX1" fmla="*/ 11653845 w 12178450"/>
              <a:gd name="connsiteY1" fmla="*/ 209874 h 2001622"/>
              <a:gd name="connsiteX2" fmla="*/ 12178450 w 12178450"/>
              <a:gd name="connsiteY2" fmla="*/ 286723 h 2001622"/>
              <a:gd name="connsiteX3" fmla="*/ 12178450 w 12178450"/>
              <a:gd name="connsiteY3" fmla="*/ 2001622 h 2001622"/>
              <a:gd name="connsiteX4" fmla="*/ 0 w 12178450"/>
              <a:gd name="connsiteY4" fmla="*/ 2001622 h 2001622"/>
              <a:gd name="connsiteX5" fmla="*/ 0 w 12178450"/>
              <a:gd name="connsiteY5" fmla="*/ 1010979 h 2001622"/>
              <a:gd name="connsiteX6" fmla="*/ 8951169 w 12178450"/>
              <a:gd name="connsiteY6" fmla="*/ 32 h 20016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78450" h="2001622" fill="norm" stroke="1" extrusionOk="0">
                <a:moveTo>
                  <a:pt x="8951169" y="32"/>
                </a:moveTo>
                <a:cubicBezTo>
                  <a:pt x="9704520" y="1593"/>
                  <a:pt x="10578586" y="62133"/>
                  <a:pt x="11653845" y="209874"/>
                </a:cubicBezTo>
                <a:lnTo>
                  <a:pt x="12178450" y="286723"/>
                </a:lnTo>
                <a:lnTo>
                  <a:pt x="12178450" y="2001622"/>
                </a:lnTo>
                <a:lnTo>
                  <a:pt x="0" y="2001622"/>
                </a:lnTo>
                <a:lnTo>
                  <a:pt x="0" y="1010979"/>
                </a:lnTo>
                <a:cubicBezTo>
                  <a:pt x="4768989" y="1010979"/>
                  <a:pt x="5812206" y="-6472"/>
                  <a:pt x="8951169" y="32"/>
                </a:cubicBezTo>
                <a:close/>
              </a:path>
            </a:pathLst>
          </a:custGeom>
          <a:solidFill>
            <a:schemeClr val="accent5">
              <a:lumMod val="20000"/>
              <a:lumOff val="8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defRPr/>
            </a:pPr>
            <a:endParaRPr lang="en-US">
              <a:solidFill>
                <a:schemeClr val="bg1"/>
              </a:solidFill>
            </a:endParaRPr>
          </a:p>
        </p:txBody>
      </p:sp>
      <p:sp>
        <p:nvSpPr>
          <p:cNvPr id="128777439" name="Right Triangle 13"/>
          <p:cNvSpPr>
            <a:spLocks noAdjustHandles="1" noChangeArrowheads="1" noChangeAspect="1" noChangeShapeType="1" noEditPoints="1" noGrp="1" noMove="1" noResize="1" noRot="1" noTextEdit="1"/>
          </p:cNvSpPr>
          <p:nvPr/>
        </p:nvSpPr>
        <p:spPr bwMode="auto">
          <a:xfrm rot="13500000">
            <a:off x="-265270" y="4918297"/>
            <a:ext cx="568289" cy="568289"/>
          </a:xfrm>
          <a:prstGeom prst="rtTriangle">
            <a:avLst/>
          </a:prstGeom>
          <a:solidFill>
            <a:schemeClr val="bg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a:p>
        </p:txBody>
      </p:sp>
      <p:grpSp>
        <p:nvGrpSpPr>
          <p:cNvPr id="2069821720" name="Group 15"/>
          <p:cNvGrpSpPr>
            <a:grpSpLocks noChangeAspect="1" noGrp="1" noMove="1" noResize="1" noRot="1" noUngrp="1"/>
          </p:cNvGrpSpPr>
          <p:nvPr/>
        </p:nvGrpSpPr>
        <p:grpSpPr bwMode="auto">
          <a:xfrm>
            <a:off x="-6214" y="-1"/>
            <a:ext cx="12214827" cy="6858000"/>
            <a:chOff x="-6214" y="-1"/>
            <a:chExt cx="12214827" cy="6858000"/>
          </a:xfrm>
        </p:grpSpPr>
        <p:cxnSp>
          <p:nvCxnSpPr>
            <p:cNvPr id="17" name="Straight Connector 16"/>
            <p:cNvCxnSpPr/>
            <p:nvPr/>
          </p:nvCxnSpPr>
          <p:spPr bwMode="auto">
            <a:xfrm>
              <a:off x="-6214" y="6686283"/>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p:nvPr/>
          </p:nvCxnSpPr>
          <p:spPr bwMode="auto">
            <a:xfrm>
              <a:off x="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 name="Straight Connector 18"/>
            <p:cNvCxnSpPr/>
            <p:nvPr/>
          </p:nvCxnSpPr>
          <p:spPr bwMode="auto">
            <a:xfrm>
              <a:off x="1199325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 name="Straight Connector 19"/>
            <p:cNvCxnSpPr/>
            <p:nvPr/>
          </p:nvCxnSpPr>
          <p:spPr bwMode="auto">
            <a:xfrm>
              <a:off x="19252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p:nvCxnSpPr>
          <p:spPr bwMode="auto">
            <a:xfrm>
              <a:off x="119196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2" name="Straight Connector 21"/>
            <p:cNvCxnSpPr/>
            <p:nvPr/>
          </p:nvCxnSpPr>
          <p:spPr bwMode="auto">
            <a:xfrm>
              <a:off x="2191404"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3" name="Straight Connector 22"/>
            <p:cNvCxnSpPr/>
            <p:nvPr/>
          </p:nvCxnSpPr>
          <p:spPr bwMode="auto">
            <a:xfrm>
              <a:off x="3190842"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4" name="Straight Connector 23"/>
            <p:cNvCxnSpPr/>
            <p:nvPr/>
          </p:nvCxnSpPr>
          <p:spPr bwMode="auto">
            <a:xfrm>
              <a:off x="419028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p:nvCxnSpPr>
          <p:spPr bwMode="auto">
            <a:xfrm>
              <a:off x="5189717"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6" name="Straight Connector 25"/>
            <p:cNvCxnSpPr/>
            <p:nvPr/>
          </p:nvCxnSpPr>
          <p:spPr bwMode="auto">
            <a:xfrm>
              <a:off x="618915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7" name="Straight Connector 26"/>
            <p:cNvCxnSpPr/>
            <p:nvPr/>
          </p:nvCxnSpPr>
          <p:spPr bwMode="auto">
            <a:xfrm>
              <a:off x="7188594"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8" name="Straight Connector 27"/>
            <p:cNvCxnSpPr/>
            <p:nvPr/>
          </p:nvCxnSpPr>
          <p:spPr bwMode="auto">
            <a:xfrm>
              <a:off x="8188032"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9" name="Straight Connector 28"/>
            <p:cNvCxnSpPr/>
            <p:nvPr/>
          </p:nvCxnSpPr>
          <p:spPr bwMode="auto">
            <a:xfrm>
              <a:off x="918747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0" name="Straight Connector 29"/>
            <p:cNvCxnSpPr/>
            <p:nvPr/>
          </p:nvCxnSpPr>
          <p:spPr bwMode="auto">
            <a:xfrm>
              <a:off x="1018690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1" name="Straight Connector 30"/>
            <p:cNvCxnSpPr/>
            <p:nvPr/>
          </p:nvCxnSpPr>
          <p:spPr bwMode="auto">
            <a:xfrm>
              <a:off x="1118634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p:nvCxnSpPr>
          <p:spPr bwMode="auto">
            <a:xfrm>
              <a:off x="1218578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3" name="Straight Connector 32"/>
            <p:cNvCxnSpPr/>
            <p:nvPr/>
          </p:nvCxnSpPr>
          <p:spPr bwMode="auto">
            <a:xfrm>
              <a:off x="0" y="17171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4" name="Straight Connector 33"/>
            <p:cNvCxnSpPr/>
            <p:nvPr/>
          </p:nvCxnSpPr>
          <p:spPr bwMode="auto">
            <a:xfrm>
              <a:off x="0" y="72890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bwMode="auto">
            <a:xfrm>
              <a:off x="0" y="128609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bwMode="auto">
            <a:xfrm>
              <a:off x="0" y="184328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7" name="Straight Connector 36"/>
            <p:cNvCxnSpPr/>
            <p:nvPr/>
          </p:nvCxnSpPr>
          <p:spPr bwMode="auto">
            <a:xfrm>
              <a:off x="0" y="240047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8" name="Straight Connector 37"/>
            <p:cNvCxnSpPr/>
            <p:nvPr/>
          </p:nvCxnSpPr>
          <p:spPr bwMode="auto">
            <a:xfrm>
              <a:off x="0" y="295766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9" name="Straight Connector 38"/>
            <p:cNvCxnSpPr/>
            <p:nvPr/>
          </p:nvCxnSpPr>
          <p:spPr bwMode="auto">
            <a:xfrm>
              <a:off x="0" y="351485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0" name="Straight Connector 39"/>
            <p:cNvCxnSpPr/>
            <p:nvPr/>
          </p:nvCxnSpPr>
          <p:spPr bwMode="auto">
            <a:xfrm>
              <a:off x="0" y="407204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1" name="Straight Connector 40"/>
            <p:cNvCxnSpPr/>
            <p:nvPr/>
          </p:nvCxnSpPr>
          <p:spPr bwMode="auto">
            <a:xfrm>
              <a:off x="0" y="462923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2" name="Straight Connector 41"/>
            <p:cNvCxnSpPr/>
            <p:nvPr/>
          </p:nvCxnSpPr>
          <p:spPr bwMode="auto">
            <a:xfrm>
              <a:off x="0" y="518642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3" name="Straight Connector 42"/>
            <p:cNvCxnSpPr/>
            <p:nvPr/>
          </p:nvCxnSpPr>
          <p:spPr bwMode="auto">
            <a:xfrm>
              <a:off x="0" y="574361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4" name="Straight Connector 43"/>
            <p:cNvCxnSpPr/>
            <p:nvPr/>
          </p:nvCxnSpPr>
          <p:spPr bwMode="auto">
            <a:xfrm>
              <a:off x="0" y="6857999"/>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5" name="Straight Connector 44"/>
            <p:cNvCxnSpPr/>
            <p:nvPr/>
          </p:nvCxnSpPr>
          <p:spPr bwMode="auto">
            <a:xfrm>
              <a:off x="16613" y="6248400"/>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1624778745" name="Title 1"/>
          <p:cNvSpPr>
            <a:spLocks noGrp="1"/>
          </p:cNvSpPr>
          <p:nvPr>
            <p:ph type="ctrTitle"/>
          </p:nvPr>
        </p:nvSpPr>
        <p:spPr bwMode="auto">
          <a:xfrm>
            <a:off x="418506" y="279114"/>
            <a:ext cx="12035377" cy="1674377"/>
          </a:xfrm>
        </p:spPr>
        <p:txBody>
          <a:bodyPr anchor="ctr">
            <a:normAutofit/>
          </a:bodyPr>
          <a:lstStyle/>
          <a:p>
            <a:pPr algn="l">
              <a:defRPr/>
            </a:pPr>
            <a:r>
              <a:rPr lang="en-US">
                <a:solidFill>
                  <a:schemeClr val="tx2"/>
                </a:solidFill>
              </a:rPr>
              <a:t>Initial data source identified</a:t>
            </a:r>
            <a:endParaRPr lang="en-US">
              <a:solidFill>
                <a:srgbClr val="000000"/>
              </a:solidFill>
            </a:endParaRPr>
          </a:p>
          <a:p>
            <a:pPr algn="l">
              <a:defRPr/>
            </a:pPr>
            <a:endParaRPr lang="en-US">
              <a:solidFill>
                <a:schemeClr val="tx2"/>
              </a:solidFill>
              <a:cs typeface="Posterama"/>
            </a:endParaRPr>
          </a:p>
        </p:txBody>
      </p:sp>
      <p:sp>
        <p:nvSpPr>
          <p:cNvPr id="1019239362" name="Subtitle 4"/>
          <p:cNvSpPr>
            <a:spLocks noGrp="1"/>
          </p:cNvSpPr>
          <p:nvPr>
            <p:ph type="subTitle" idx="1"/>
          </p:nvPr>
        </p:nvSpPr>
        <p:spPr bwMode="auto">
          <a:xfrm>
            <a:off x="1198418" y="3174279"/>
            <a:ext cx="10482696" cy="4278599"/>
          </a:xfrm>
        </p:spPr>
        <p:txBody>
          <a:bodyPr vert="horz" lIns="91440" tIns="45720" rIns="91440" bIns="45720" rtlCol="0" anchor="t">
            <a:normAutofit/>
          </a:bodyPr>
          <a:lstStyle/>
          <a:p>
            <a:pPr algn="just">
              <a:defRPr/>
            </a:pPr>
            <a:r>
              <a:rPr lang="en-US" sz="2200" b="1">
                <a:solidFill>
                  <a:srgbClr val="202124"/>
                </a:solidFill>
                <a:latin typeface="Posterama"/>
                <a:cs typeface="Posterama"/>
              </a:rPr>
              <a:t>DATASET NAME :</a:t>
            </a:r>
            <a:r>
              <a:rPr lang="en-US" sz="2200">
                <a:solidFill>
                  <a:srgbClr val="202124"/>
                </a:solidFill>
                <a:latin typeface="Posterama"/>
                <a:cs typeface="Posterama"/>
              </a:rPr>
              <a:t> jigsaw-multilingual-toxic-comment-classification</a:t>
            </a:r>
            <a:endParaRPr/>
          </a:p>
          <a:p>
            <a:pPr algn="just">
              <a:defRPr/>
            </a:pPr>
            <a:r>
              <a:rPr lang="en-US" sz="2200" b="1">
                <a:solidFill>
                  <a:srgbClr val="202124"/>
                </a:solidFill>
                <a:latin typeface="Posterama"/>
                <a:cs typeface="Posterama"/>
              </a:rPr>
              <a:t>SOURCE : </a:t>
            </a:r>
            <a:r>
              <a:rPr lang="en-US" sz="2200">
                <a:solidFill>
                  <a:srgbClr val="202124"/>
                </a:solidFill>
                <a:latin typeface="Posterama"/>
                <a:cs typeface="Posterama"/>
              </a:rPr>
              <a:t>Kaggle </a:t>
            </a:r>
            <a:endParaRPr/>
          </a:p>
          <a:p>
            <a:pPr algn="just">
              <a:defRPr/>
            </a:pPr>
            <a:r>
              <a:rPr lang="en-US" sz="2200" b="1">
                <a:solidFill>
                  <a:srgbClr val="202124"/>
                </a:solidFill>
                <a:latin typeface="Posterama"/>
                <a:cs typeface="Posterama"/>
              </a:rPr>
              <a:t>SOURCE LINK : </a:t>
            </a:r>
            <a:r>
              <a:rPr lang="en-US" u="sng">
                <a:solidFill>
                  <a:schemeClr val="tx2">
                    <a:lumMod val="49000"/>
                    <a:lumOff val="51000"/>
                  </a:schemeClr>
                </a:solidFill>
                <a:latin typeface="Posterama"/>
                <a:cs typeface="Posterama"/>
                <a:hlinkClick r:id="rId3" tooltip=""/>
              </a:rPr>
              <a:t>jigsaw-dataset-kaggle-link</a:t>
            </a:r>
            <a:endParaRPr lang="en-US" sz="2200">
              <a:solidFill>
                <a:schemeClr val="tx2">
                  <a:lumMod val="49000"/>
                  <a:lumOff val="51000"/>
                </a:schemeClr>
              </a:solidFill>
              <a:latin typeface="Posterama"/>
              <a:cs typeface="Posterama"/>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chemeClr val="bg1"/>
        </a:solidFill>
      </p:bgPr>
    </p:bg>
    <p:spTree>
      <p:nvGrpSpPr>
        <p:cNvPr id="1" name=""/>
        <p:cNvGrpSpPr/>
        <p:nvPr/>
      </p:nvGrpSpPr>
      <p:grpSpPr bwMode="auto">
        <a:xfrm>
          <a:off x="0" y="0"/>
          <a:ext cx="0" cy="0"/>
          <a:chOff x="0" y="0"/>
          <a:chExt cx="0" cy="0"/>
        </a:xfrm>
      </p:grpSpPr>
      <p:sp useBgFill="1">
        <p:nvSpPr>
          <p:cNvPr id="2088762047" name="Rectangle 7"/>
          <p:cNvSpPr>
            <a:spLocks noAdjustHandles="1" noChangeArrowheads="1" noChangeAspect="1" noChangeShapeType="1" noEditPoints="1" noGrp="1" noMove="1" noResize="1" noRot="1" noTextEdit="1"/>
          </p:cNvSpPr>
          <p:nvPr/>
        </p:nvSpPr>
        <p:spPr bwMode="auto">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a:solidFill>
                <a:schemeClr val="bg1"/>
              </a:solidFill>
            </a:endParaRPr>
          </a:p>
        </p:txBody>
      </p:sp>
      <p:sp>
        <p:nvSpPr>
          <p:cNvPr id="1965168214" name="Rectangle 9"/>
          <p:cNvSpPr>
            <a:spLocks noAdjustHandles="1" noChangeArrowheads="1" noChangeAspect="1" noChangeShapeType="1" noEditPoints="1" noGrp="1" noMove="1" noResize="1" noRot="1" noTextEdit="1"/>
          </p:cNvSpPr>
          <p:nvPr/>
        </p:nvSpPr>
        <p:spPr bwMode="auto">
          <a:xfrm>
            <a:off x="0" y="0"/>
            <a:ext cx="12188952" cy="6858000"/>
          </a:xfrm>
          <a:prstGeom prst="rect">
            <a:avLst/>
          </a:prstGeom>
          <a:solidFill>
            <a:schemeClr val="bg2">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a:solidFill>
                <a:schemeClr val="bg1"/>
              </a:solidFill>
            </a:endParaRPr>
          </a:p>
        </p:txBody>
      </p:sp>
      <p:sp>
        <p:nvSpPr>
          <p:cNvPr id="496853029" name="Freeform: Shape 11"/>
          <p:cNvSpPr>
            <a:spLocks noAdjustHandles="1" noChangeArrowheads="1" noChangeAspect="1" noChangeShapeType="1" noEditPoints="1" noGrp="1" noMove="1" noResize="1" noRot="1" noTextEdit="1"/>
          </p:cNvSpPr>
          <p:nvPr/>
        </p:nvSpPr>
        <p:spPr bwMode="auto">
          <a:xfrm rot="10800000">
            <a:off x="2750" y="1"/>
            <a:ext cx="12188952" cy="2452880"/>
          </a:xfrm>
          <a:custGeom>
            <a:avLst/>
            <a:gdLst>
              <a:gd name="connsiteX0" fmla="*/ 8951169 w 12178450"/>
              <a:gd name="connsiteY0" fmla="*/ 32 h 2001622"/>
              <a:gd name="connsiteX1" fmla="*/ 11653845 w 12178450"/>
              <a:gd name="connsiteY1" fmla="*/ 209874 h 2001622"/>
              <a:gd name="connsiteX2" fmla="*/ 12178450 w 12178450"/>
              <a:gd name="connsiteY2" fmla="*/ 286723 h 2001622"/>
              <a:gd name="connsiteX3" fmla="*/ 12178450 w 12178450"/>
              <a:gd name="connsiteY3" fmla="*/ 2001622 h 2001622"/>
              <a:gd name="connsiteX4" fmla="*/ 0 w 12178450"/>
              <a:gd name="connsiteY4" fmla="*/ 2001622 h 2001622"/>
              <a:gd name="connsiteX5" fmla="*/ 0 w 12178450"/>
              <a:gd name="connsiteY5" fmla="*/ 1010979 h 2001622"/>
              <a:gd name="connsiteX6" fmla="*/ 8951169 w 12178450"/>
              <a:gd name="connsiteY6" fmla="*/ 32 h 20016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78450" h="2001622" fill="norm" stroke="1" extrusionOk="0">
                <a:moveTo>
                  <a:pt x="8951169" y="32"/>
                </a:moveTo>
                <a:cubicBezTo>
                  <a:pt x="9704520" y="1593"/>
                  <a:pt x="10578586" y="62133"/>
                  <a:pt x="11653845" y="209874"/>
                </a:cubicBezTo>
                <a:lnTo>
                  <a:pt x="12178450" y="286723"/>
                </a:lnTo>
                <a:lnTo>
                  <a:pt x="12178450" y="2001622"/>
                </a:lnTo>
                <a:lnTo>
                  <a:pt x="0" y="2001622"/>
                </a:lnTo>
                <a:lnTo>
                  <a:pt x="0" y="1010979"/>
                </a:lnTo>
                <a:cubicBezTo>
                  <a:pt x="4768989" y="1010979"/>
                  <a:pt x="5812206" y="-6472"/>
                  <a:pt x="8951169" y="32"/>
                </a:cubicBezTo>
                <a:close/>
              </a:path>
            </a:pathLst>
          </a:custGeom>
          <a:solidFill>
            <a:schemeClr val="accent5">
              <a:lumMod val="20000"/>
              <a:lumOff val="8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defRPr/>
            </a:pPr>
            <a:endParaRPr lang="en-US">
              <a:solidFill>
                <a:schemeClr val="bg1"/>
              </a:solidFill>
            </a:endParaRPr>
          </a:p>
        </p:txBody>
      </p:sp>
      <p:sp>
        <p:nvSpPr>
          <p:cNvPr id="69800766" name="Right Triangle 13"/>
          <p:cNvSpPr>
            <a:spLocks noAdjustHandles="1" noChangeArrowheads="1" noChangeAspect="1" noChangeShapeType="1" noEditPoints="1" noGrp="1" noMove="1" noResize="1" noRot="1" noTextEdit="1"/>
          </p:cNvSpPr>
          <p:nvPr/>
        </p:nvSpPr>
        <p:spPr bwMode="auto">
          <a:xfrm rot="13500000">
            <a:off x="-265270" y="4918297"/>
            <a:ext cx="568289" cy="568289"/>
          </a:xfrm>
          <a:prstGeom prst="rtTriangle">
            <a:avLst/>
          </a:prstGeom>
          <a:solidFill>
            <a:schemeClr val="bg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a:p>
        </p:txBody>
      </p:sp>
      <p:grpSp>
        <p:nvGrpSpPr>
          <p:cNvPr id="590469427" name="Group 15"/>
          <p:cNvGrpSpPr>
            <a:grpSpLocks noChangeAspect="1" noGrp="1" noMove="1" noResize="1" noRot="1" noUngrp="1"/>
          </p:cNvGrpSpPr>
          <p:nvPr/>
        </p:nvGrpSpPr>
        <p:grpSpPr bwMode="auto">
          <a:xfrm>
            <a:off x="-6214" y="-1"/>
            <a:ext cx="12214827" cy="6858000"/>
            <a:chOff x="-6214" y="-1"/>
            <a:chExt cx="12214827" cy="6858000"/>
          </a:xfrm>
        </p:grpSpPr>
        <p:cxnSp>
          <p:nvCxnSpPr>
            <p:cNvPr id="17" name="Straight Connector 16"/>
            <p:cNvCxnSpPr/>
            <p:nvPr/>
          </p:nvCxnSpPr>
          <p:spPr bwMode="auto">
            <a:xfrm>
              <a:off x="-6214" y="6686283"/>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p:nvPr/>
          </p:nvCxnSpPr>
          <p:spPr bwMode="auto">
            <a:xfrm>
              <a:off x="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 name="Straight Connector 18"/>
            <p:cNvCxnSpPr/>
            <p:nvPr/>
          </p:nvCxnSpPr>
          <p:spPr bwMode="auto">
            <a:xfrm>
              <a:off x="1199325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 name="Straight Connector 19"/>
            <p:cNvCxnSpPr/>
            <p:nvPr/>
          </p:nvCxnSpPr>
          <p:spPr bwMode="auto">
            <a:xfrm>
              <a:off x="19252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p:nvCxnSpPr>
          <p:spPr bwMode="auto">
            <a:xfrm>
              <a:off x="119196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2" name="Straight Connector 21"/>
            <p:cNvCxnSpPr/>
            <p:nvPr/>
          </p:nvCxnSpPr>
          <p:spPr bwMode="auto">
            <a:xfrm>
              <a:off x="2191404"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3" name="Straight Connector 22"/>
            <p:cNvCxnSpPr/>
            <p:nvPr/>
          </p:nvCxnSpPr>
          <p:spPr bwMode="auto">
            <a:xfrm>
              <a:off x="3190842"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4" name="Straight Connector 23"/>
            <p:cNvCxnSpPr/>
            <p:nvPr/>
          </p:nvCxnSpPr>
          <p:spPr bwMode="auto">
            <a:xfrm>
              <a:off x="419028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p:nvCxnSpPr>
          <p:spPr bwMode="auto">
            <a:xfrm>
              <a:off x="5189717"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6" name="Straight Connector 25"/>
            <p:cNvCxnSpPr/>
            <p:nvPr/>
          </p:nvCxnSpPr>
          <p:spPr bwMode="auto">
            <a:xfrm>
              <a:off x="618915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7" name="Straight Connector 26"/>
            <p:cNvCxnSpPr/>
            <p:nvPr/>
          </p:nvCxnSpPr>
          <p:spPr bwMode="auto">
            <a:xfrm>
              <a:off x="7188594"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8" name="Straight Connector 27"/>
            <p:cNvCxnSpPr/>
            <p:nvPr/>
          </p:nvCxnSpPr>
          <p:spPr bwMode="auto">
            <a:xfrm>
              <a:off x="8188032"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9" name="Straight Connector 28"/>
            <p:cNvCxnSpPr/>
            <p:nvPr/>
          </p:nvCxnSpPr>
          <p:spPr bwMode="auto">
            <a:xfrm>
              <a:off x="918747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0" name="Straight Connector 29"/>
            <p:cNvCxnSpPr/>
            <p:nvPr/>
          </p:nvCxnSpPr>
          <p:spPr bwMode="auto">
            <a:xfrm>
              <a:off x="1018690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1" name="Straight Connector 30"/>
            <p:cNvCxnSpPr/>
            <p:nvPr/>
          </p:nvCxnSpPr>
          <p:spPr bwMode="auto">
            <a:xfrm>
              <a:off x="1118634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p:nvCxnSpPr>
          <p:spPr bwMode="auto">
            <a:xfrm>
              <a:off x="1218578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3" name="Straight Connector 32"/>
            <p:cNvCxnSpPr/>
            <p:nvPr/>
          </p:nvCxnSpPr>
          <p:spPr bwMode="auto">
            <a:xfrm>
              <a:off x="0" y="17171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4" name="Straight Connector 33"/>
            <p:cNvCxnSpPr/>
            <p:nvPr/>
          </p:nvCxnSpPr>
          <p:spPr bwMode="auto">
            <a:xfrm>
              <a:off x="0" y="72890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bwMode="auto">
            <a:xfrm>
              <a:off x="0" y="128609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bwMode="auto">
            <a:xfrm>
              <a:off x="0" y="184328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7" name="Straight Connector 36"/>
            <p:cNvCxnSpPr/>
            <p:nvPr/>
          </p:nvCxnSpPr>
          <p:spPr bwMode="auto">
            <a:xfrm>
              <a:off x="0" y="240047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8" name="Straight Connector 37"/>
            <p:cNvCxnSpPr/>
            <p:nvPr/>
          </p:nvCxnSpPr>
          <p:spPr bwMode="auto">
            <a:xfrm>
              <a:off x="0" y="295766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9" name="Straight Connector 38"/>
            <p:cNvCxnSpPr/>
            <p:nvPr/>
          </p:nvCxnSpPr>
          <p:spPr bwMode="auto">
            <a:xfrm>
              <a:off x="0" y="351485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0" name="Straight Connector 39"/>
            <p:cNvCxnSpPr/>
            <p:nvPr/>
          </p:nvCxnSpPr>
          <p:spPr bwMode="auto">
            <a:xfrm>
              <a:off x="0" y="407204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1" name="Straight Connector 40"/>
            <p:cNvCxnSpPr/>
            <p:nvPr/>
          </p:nvCxnSpPr>
          <p:spPr bwMode="auto">
            <a:xfrm>
              <a:off x="0" y="462923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2" name="Straight Connector 41"/>
            <p:cNvCxnSpPr/>
            <p:nvPr/>
          </p:nvCxnSpPr>
          <p:spPr bwMode="auto">
            <a:xfrm>
              <a:off x="0" y="518642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3" name="Straight Connector 42"/>
            <p:cNvCxnSpPr/>
            <p:nvPr/>
          </p:nvCxnSpPr>
          <p:spPr bwMode="auto">
            <a:xfrm>
              <a:off x="0" y="574361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4" name="Straight Connector 43"/>
            <p:cNvCxnSpPr/>
            <p:nvPr/>
          </p:nvCxnSpPr>
          <p:spPr bwMode="auto">
            <a:xfrm>
              <a:off x="0" y="6857999"/>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5" name="Straight Connector 44"/>
            <p:cNvCxnSpPr/>
            <p:nvPr/>
          </p:nvCxnSpPr>
          <p:spPr bwMode="auto">
            <a:xfrm>
              <a:off x="16613" y="6248400"/>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879622051" name="Title 1"/>
          <p:cNvSpPr>
            <a:spLocks noGrp="1"/>
          </p:cNvSpPr>
          <p:nvPr>
            <p:ph type="ctrTitle"/>
          </p:nvPr>
        </p:nvSpPr>
        <p:spPr bwMode="auto">
          <a:xfrm>
            <a:off x="418506" y="717264"/>
            <a:ext cx="12060488" cy="1674377"/>
          </a:xfrm>
        </p:spPr>
        <p:txBody>
          <a:bodyPr vert="horz" lIns="91440" tIns="45720" rIns="91440" bIns="45720" rtlCol="0" anchor="ctr">
            <a:noAutofit/>
          </a:bodyPr>
          <a:lstStyle/>
          <a:p>
            <a:pPr algn="l">
              <a:defRPr/>
            </a:pPr>
            <a:r>
              <a:rPr lang="en-US">
                <a:solidFill>
                  <a:srgbClr val="12154E"/>
                </a:solidFill>
                <a:ea typeface="+mj-lt"/>
                <a:cs typeface="+mj-lt"/>
              </a:rPr>
              <a:t>Dataset finalized and preprocessed</a:t>
            </a:r>
            <a:br>
              <a:rPr lang="en-US">
                <a:solidFill>
                  <a:srgbClr val="12154E"/>
                </a:solidFill>
                <a:ea typeface="+mj-lt"/>
                <a:cs typeface="+mj-lt"/>
              </a:rPr>
            </a:br>
            <a:endParaRPr lang="en-US">
              <a:solidFill>
                <a:srgbClr val="12154E"/>
              </a:solidFill>
              <a:ea typeface="+mj-lt"/>
              <a:cs typeface="+mj-lt"/>
            </a:endParaRPr>
          </a:p>
        </p:txBody>
      </p:sp>
      <p:sp>
        <p:nvSpPr>
          <p:cNvPr id="790411997" name="Subtitle 2"/>
          <p:cNvSpPr>
            <a:spLocks noGrp="1"/>
          </p:cNvSpPr>
          <p:nvPr>
            <p:ph type="subTitle" idx="1"/>
          </p:nvPr>
        </p:nvSpPr>
        <p:spPr bwMode="auto">
          <a:xfrm>
            <a:off x="417185" y="2149477"/>
            <a:ext cx="10032721" cy="739193"/>
          </a:xfrm>
        </p:spPr>
        <p:txBody>
          <a:bodyPr anchor="ctr">
            <a:normAutofit/>
          </a:bodyPr>
          <a:lstStyle/>
          <a:p>
            <a:pPr algn="l">
              <a:defRPr/>
            </a:pPr>
            <a:r>
              <a:rPr lang="en-US">
                <a:solidFill>
                  <a:schemeClr val="bg2">
                    <a:lumMod val="25000"/>
                  </a:schemeClr>
                </a:solidFill>
                <a:latin typeface="Posterama"/>
                <a:cs typeface="Posterama"/>
              </a:rPr>
              <a:t>jigsaw-multilingual-toxic-comment-classification</a:t>
            </a:r>
            <a:endParaRPr/>
          </a:p>
        </p:txBody>
      </p:sp>
      <p:graphicFrame>
        <p:nvGraphicFramePr>
          <p:cNvPr id="1699450599" name="Table 53"/>
          <p:cNvGraphicFramePr>
            <a:graphicFrameLocks xmlns:a="http://schemas.openxmlformats.org/drawingml/2006/main" noGrp="1"/>
          </p:cNvGraphicFramePr>
          <p:nvPr/>
        </p:nvGraphicFramePr>
        <p:xfrm rot="0">
          <a:off x="409575" y="2724150"/>
          <a:ext cx="6165024" cy="4028225"/>
        </p:xfrm>
        <a:graphic>
          <a:graphicData uri="http://schemas.openxmlformats.org/drawingml/2006/table">
            <a:tbl>
              <a:tblPr firstRow="0" firstCol="0" lastRow="0" lastCol="0" bandRow="1" bandCol="0">
                <a:tableStyleId>{5DA37D80-6434-44D0-A028-1B22A696006F}</a:tableStyleId>
              </a:tblPr>
              <a:tblGrid>
                <a:gridCol w="1162050"/>
                <a:gridCol w="1541386"/>
                <a:gridCol w="710565"/>
                <a:gridCol w="2751023"/>
              </a:tblGrid>
              <a:tr h="281682">
                <a:tc>
                  <a:txBody>
                    <a:bodyPr/>
                    <a:p>
                      <a:pPr>
                        <a:buNone/>
                        <a:defRPr/>
                      </a:pPr>
                      <a:r>
                        <a:rPr lang="en-US" sz="1100"/>
                        <a:t>Column Name</a:t>
                      </a:r>
                      <a:endParaRPr/>
                    </a:p>
                  </a:txBody>
                  <a:tcPr anchor="ctr"/>
                </a:tc>
                <a:tc>
                  <a:txBody>
                    <a:bodyPr/>
                    <a:p>
                      <a:pPr>
                        <a:buNone/>
                        <a:defRPr/>
                      </a:pPr>
                      <a:r>
                        <a:rPr lang="en-US" sz="1100"/>
                        <a:t>Description</a:t>
                      </a:r>
                      <a:endParaRPr/>
                    </a:p>
                  </a:txBody>
                  <a:tcPr anchor="ctr"/>
                </a:tc>
                <a:tc>
                  <a:txBody>
                    <a:bodyPr/>
                    <a:p>
                      <a:pPr>
                        <a:buNone/>
                        <a:defRPr/>
                      </a:pPr>
                      <a:r>
                        <a:rPr lang="en-US" sz="1100"/>
                        <a:t>Unique Values</a:t>
                      </a:r>
                      <a:endParaRPr/>
                    </a:p>
                  </a:txBody>
                  <a:tcPr anchor="ctr"/>
                </a:tc>
                <a:tc>
                  <a:txBody>
                    <a:bodyPr/>
                    <a:p>
                      <a:pPr>
                        <a:buNone/>
                        <a:defRPr/>
                      </a:pPr>
                      <a:r>
                        <a:rPr lang="en-US" sz="1100"/>
                        <a:t>Example</a:t>
                      </a:r>
                      <a:endParaRPr/>
                    </a:p>
                  </a:txBody>
                  <a:tcPr anchor="ctr"/>
                </a:tc>
              </a:tr>
              <a:tr h="492944">
                <a:tc>
                  <a:txBody>
                    <a:bodyPr/>
                    <a:p>
                      <a:pPr>
                        <a:buNone/>
                        <a:defRPr/>
                      </a:pPr>
                      <a:r>
                        <a:rPr lang="en-US" sz="1100"/>
                        <a:t>id</a:t>
                      </a:r>
                      <a:endParaRPr/>
                    </a:p>
                  </a:txBody>
                  <a:tcPr anchor="ctr"/>
                </a:tc>
                <a:tc>
                  <a:txBody>
                    <a:bodyPr/>
                    <a:p>
                      <a:pPr>
                        <a:buNone/>
                        <a:defRPr/>
                      </a:pPr>
                      <a:r>
                        <a:rPr lang="en-US" sz="1100"/>
                        <a:t>Unique identifier for each comment</a:t>
                      </a:r>
                      <a:endParaRPr/>
                    </a:p>
                  </a:txBody>
                  <a:tcPr anchor="ctr"/>
                </a:tc>
                <a:tc>
                  <a:txBody>
                    <a:bodyPr/>
                    <a:p>
                      <a:pPr>
                        <a:buNone/>
                        <a:defRPr/>
                      </a:pPr>
                      <a:r>
                        <a:rPr lang="en-US" sz="1100"/>
                        <a:t>223,549</a:t>
                      </a:r>
                      <a:endParaRPr/>
                    </a:p>
                  </a:txBody>
                  <a:tcPr anchor="ctr"/>
                </a:tc>
                <a:tc>
                  <a:txBody>
                    <a:bodyPr/>
                    <a:p>
                      <a:pPr>
                        <a:buNone/>
                        <a:defRPr/>
                      </a:pPr>
                      <a:r>
                        <a:rPr lang="en-US" sz="1100"/>
                        <a:t>0000997932d777bf</a:t>
                      </a:r>
                      <a:endParaRPr/>
                    </a:p>
                  </a:txBody>
                  <a:tcPr anchor="ctr"/>
                </a:tc>
              </a:tr>
              <a:tr h="1136785">
                <a:tc>
                  <a:txBody>
                    <a:bodyPr/>
                    <a:p>
                      <a:pPr>
                        <a:buNone/>
                        <a:defRPr/>
                      </a:pPr>
                      <a:r>
                        <a:rPr lang="en-US" sz="1100"/>
                        <a:t>comment_text</a:t>
                      </a:r>
                      <a:endParaRPr lang="en-US" sz="1100"/>
                    </a:p>
                  </a:txBody>
                  <a:tcPr anchor="ctr"/>
                </a:tc>
                <a:tc>
                  <a:txBody>
                    <a:bodyPr/>
                    <a:p>
                      <a:pPr>
                        <a:buNone/>
                        <a:defRPr/>
                      </a:pPr>
                      <a:r>
                        <a:rPr lang="en-US" sz="1100"/>
                        <a:t>Raw text of the comment</a:t>
                      </a:r>
                      <a:endParaRPr/>
                    </a:p>
                  </a:txBody>
                  <a:tcPr anchor="ctr"/>
                </a:tc>
                <a:tc>
                  <a:txBody>
                    <a:bodyPr/>
                    <a:p>
                      <a:pPr>
                        <a:buNone/>
                        <a:defRPr/>
                      </a:pPr>
                      <a:r>
                        <a:rPr lang="en-US" sz="1100"/>
                        <a:t>223,549</a:t>
                      </a:r>
                      <a:endParaRPr/>
                    </a:p>
                  </a:txBody>
                  <a:tcPr anchor="ctr"/>
                </a:tc>
                <a:tc>
                  <a:txBody>
                    <a:bodyPr/>
                    <a:p>
                      <a:pPr>
                        <a:buNone/>
                        <a:defRPr/>
                      </a:pPr>
                      <a:r>
                        <a:rPr lang="en-US" sz="1100"/>
                        <a:t>"Explanation Why the edits made under my username Hardcore Metallica Fan were reverted?"</a:t>
                      </a:r>
                      <a:endParaRPr/>
                    </a:p>
                  </a:txBody>
                  <a:tcPr anchor="ctr"/>
                </a:tc>
              </a:tr>
              <a:tr h="492944">
                <a:tc>
                  <a:txBody>
                    <a:bodyPr/>
                    <a:p>
                      <a:pPr>
                        <a:buNone/>
                        <a:defRPr/>
                      </a:pPr>
                      <a:r>
                        <a:rPr lang="en-US" sz="1100"/>
                        <a:t>toxic</a:t>
                      </a:r>
                      <a:endParaRPr/>
                    </a:p>
                  </a:txBody>
                  <a:tcPr anchor="ctr"/>
                </a:tc>
                <a:tc>
                  <a:txBody>
                    <a:bodyPr/>
                    <a:p>
                      <a:pPr>
                        <a:buNone/>
                        <a:defRPr/>
                      </a:pPr>
                      <a:r>
                        <a:rPr lang="en-US" sz="1100"/>
                        <a:t>Binary label: 1 if toxic, else 0</a:t>
                      </a:r>
                      <a:endParaRPr/>
                    </a:p>
                  </a:txBody>
                  <a:tcPr anchor="ctr"/>
                </a:tc>
                <a:tc>
                  <a:txBody>
                    <a:bodyPr/>
                    <a:p>
                      <a:pPr>
                        <a:buNone/>
                        <a:defRPr/>
                      </a:pPr>
                      <a:r>
                        <a:rPr lang="en-US" sz="1100"/>
                        <a:t>{0, 1}</a:t>
                      </a:r>
                      <a:endParaRPr/>
                    </a:p>
                  </a:txBody>
                  <a:tcPr anchor="ctr"/>
                </a:tc>
                <a:tc>
                  <a:txBody>
                    <a:bodyPr/>
                    <a:p>
                      <a:pPr>
                        <a:buNone/>
                        <a:defRPr/>
                      </a:pPr>
                      <a:r>
                        <a:rPr lang="en-US" sz="1100"/>
                        <a:t>0</a:t>
                      </a:r>
                      <a:endParaRPr/>
                    </a:p>
                  </a:txBody>
                  <a:tcPr anchor="ctr"/>
                </a:tc>
              </a:tr>
              <a:tr h="492944">
                <a:tc>
                  <a:txBody>
                    <a:bodyPr/>
                    <a:p>
                      <a:pPr>
                        <a:buNone/>
                        <a:defRPr/>
                      </a:pPr>
                      <a:r>
                        <a:rPr lang="en-US" sz="1100"/>
                        <a:t>severe_toxic</a:t>
                      </a:r>
                      <a:endParaRPr lang="en-US" sz="1100"/>
                    </a:p>
                  </a:txBody>
                  <a:tcPr anchor="ctr"/>
                </a:tc>
                <a:tc>
                  <a:txBody>
                    <a:bodyPr/>
                    <a:p>
                      <a:pPr>
                        <a:buNone/>
                        <a:defRPr/>
                      </a:pPr>
                      <a:r>
                        <a:rPr lang="en-US" sz="1100"/>
                        <a:t>Binary label: 1 if severely toxic, else 0</a:t>
                      </a:r>
                      <a:endParaRPr/>
                    </a:p>
                  </a:txBody>
                  <a:tcPr anchor="ctr"/>
                </a:tc>
                <a:tc>
                  <a:txBody>
                    <a:bodyPr/>
                    <a:p>
                      <a:pPr>
                        <a:buNone/>
                        <a:defRPr/>
                      </a:pPr>
                      <a:r>
                        <a:rPr lang="en-US" sz="1100"/>
                        <a:t>{0, 1}</a:t>
                      </a:r>
                      <a:endParaRPr/>
                    </a:p>
                  </a:txBody>
                  <a:tcPr anchor="ctr"/>
                </a:tc>
                <a:tc>
                  <a:txBody>
                    <a:bodyPr/>
                    <a:p>
                      <a:pPr>
                        <a:buNone/>
                        <a:defRPr/>
                      </a:pPr>
                      <a:r>
                        <a:rPr lang="en-US" sz="1100"/>
                        <a:t>0</a:t>
                      </a:r>
                      <a:endParaRPr/>
                    </a:p>
                  </a:txBody>
                  <a:tcPr anchor="ctr"/>
                </a:tc>
              </a:tr>
              <a:tr h="492944">
                <a:tc>
                  <a:txBody>
                    <a:bodyPr/>
                    <a:p>
                      <a:pPr>
                        <a:buNone/>
                        <a:defRPr/>
                      </a:pPr>
                      <a:r>
                        <a:rPr lang="en-US" sz="1100"/>
                        <a:t>obscene</a:t>
                      </a:r>
                      <a:endParaRPr/>
                    </a:p>
                  </a:txBody>
                  <a:tcPr anchor="ctr"/>
                </a:tc>
                <a:tc>
                  <a:txBody>
                    <a:bodyPr/>
                    <a:p>
                      <a:pPr>
                        <a:buNone/>
                        <a:defRPr/>
                      </a:pPr>
                      <a:r>
                        <a:rPr lang="en-US" sz="1100"/>
                        <a:t>Binary label: 1 if obscene, else 0</a:t>
                      </a:r>
                      <a:endParaRPr/>
                    </a:p>
                  </a:txBody>
                  <a:tcPr anchor="ctr"/>
                </a:tc>
                <a:tc>
                  <a:txBody>
                    <a:bodyPr/>
                    <a:p>
                      <a:pPr>
                        <a:buNone/>
                        <a:defRPr/>
                      </a:pPr>
                      <a:r>
                        <a:rPr lang="en-US" sz="1100"/>
                        <a:t>{0, 1}</a:t>
                      </a:r>
                      <a:endParaRPr/>
                    </a:p>
                  </a:txBody>
                  <a:tcPr anchor="ctr"/>
                </a:tc>
                <a:tc>
                  <a:txBody>
                    <a:bodyPr/>
                    <a:p>
                      <a:pPr>
                        <a:buNone/>
                        <a:defRPr/>
                      </a:pPr>
                      <a:r>
                        <a:rPr lang="en-US" sz="1100"/>
                        <a:t>0</a:t>
                      </a:r>
                      <a:endParaRPr/>
                    </a:p>
                  </a:txBody>
                  <a:tcPr anchor="ctr"/>
                </a:tc>
              </a:tr>
              <a:tr h="492944">
                <a:tc>
                  <a:txBody>
                    <a:bodyPr/>
                    <a:p>
                      <a:pPr>
                        <a:buNone/>
                        <a:defRPr/>
                      </a:pPr>
                      <a:r>
                        <a:rPr lang="en-US" sz="1100"/>
                        <a:t>threat</a:t>
                      </a:r>
                      <a:endParaRPr/>
                    </a:p>
                  </a:txBody>
                  <a:tcPr anchor="ctr"/>
                </a:tc>
                <a:tc>
                  <a:txBody>
                    <a:bodyPr/>
                    <a:p>
                      <a:pPr>
                        <a:buNone/>
                        <a:defRPr/>
                      </a:pPr>
                      <a:r>
                        <a:rPr lang="en-US" sz="1100"/>
                        <a:t>Binary label: 1 if threat, else 0</a:t>
                      </a:r>
                      <a:endParaRPr/>
                    </a:p>
                  </a:txBody>
                  <a:tcPr anchor="ctr"/>
                </a:tc>
                <a:tc>
                  <a:txBody>
                    <a:bodyPr/>
                    <a:p>
                      <a:pPr>
                        <a:buNone/>
                        <a:defRPr/>
                      </a:pPr>
                      <a:r>
                        <a:rPr lang="en-US" sz="1100"/>
                        <a:t>{0, 1}</a:t>
                      </a:r>
                      <a:endParaRPr/>
                    </a:p>
                  </a:txBody>
                  <a:tcPr anchor="ctr"/>
                </a:tc>
                <a:tc>
                  <a:txBody>
                    <a:bodyPr/>
                    <a:p>
                      <a:pPr>
                        <a:buNone/>
                        <a:defRPr/>
                      </a:pPr>
                      <a:r>
                        <a:rPr lang="en-US" sz="1100"/>
                        <a:t>0</a:t>
                      </a:r>
                      <a:endParaRPr/>
                    </a:p>
                  </a:txBody>
                  <a:tcPr anchor="ctr"/>
                </a:tc>
              </a:tr>
            </a:tbl>
          </a:graphicData>
        </a:graphic>
      </p:graphicFrame>
      <p:graphicFrame>
        <p:nvGraphicFramePr>
          <p:cNvPr id="12624265" name="Table 55"/>
          <p:cNvGraphicFramePr>
            <a:graphicFrameLocks xmlns:a="http://schemas.openxmlformats.org/drawingml/2006/main" noGrp="1"/>
          </p:cNvGraphicFramePr>
          <p:nvPr/>
        </p:nvGraphicFramePr>
        <p:xfrm rot="0">
          <a:off x="6728113" y="2727613"/>
          <a:ext cx="5248104" cy="2572985"/>
        </p:xfrm>
        <a:graphic>
          <a:graphicData uri="http://schemas.openxmlformats.org/drawingml/2006/table">
            <a:tbl>
              <a:tblPr firstRow="0" firstCol="0" lastRow="0" lastCol="0" bandRow="1" bandCol="0">
                <a:tableStyleId>{5DA37D80-6434-44D0-A028-1B22A696006F}</a:tableStyleId>
              </a:tblPr>
              <a:tblGrid>
                <a:gridCol w="930725"/>
                <a:gridCol w="1929740"/>
                <a:gridCol w="815560"/>
                <a:gridCol w="1572079"/>
              </a:tblGrid>
              <a:tr h="510513">
                <a:tc>
                  <a:txBody>
                    <a:bodyPr/>
                    <a:p>
                      <a:pPr rtl="0">
                        <a:lnSpc>
                          <a:spcPts val="1275"/>
                        </a:lnSpc>
                        <a:buNone/>
                        <a:defRPr/>
                      </a:pPr>
                      <a:r>
                        <a:rPr lang="en-US" sz="1100"/>
                        <a:t>insult</a:t>
                      </a:r>
                      <a:endParaRPr lang="en-US"/>
                    </a:p>
                  </a:txBody>
                  <a:tcPr marL="88011" marR="88011" marT="44006" marB="44006" anchor="ctr"/>
                </a:tc>
                <a:tc>
                  <a:txBody>
                    <a:bodyPr/>
                    <a:p>
                      <a:pPr rtl="0">
                        <a:lnSpc>
                          <a:spcPts val="1275"/>
                        </a:lnSpc>
                        <a:buNone/>
                        <a:defRPr/>
                      </a:pPr>
                      <a:r>
                        <a:rPr lang="en-US" sz="1100"/>
                        <a:t>Binary label: 1 if insulting, else 0</a:t>
                      </a:r>
                      <a:endParaRPr lang="en-US"/>
                    </a:p>
                  </a:txBody>
                  <a:tcPr marL="88011" marR="88011" marT="44006" marB="44006" anchor="ctr"/>
                </a:tc>
                <a:tc>
                  <a:txBody>
                    <a:bodyPr/>
                    <a:p>
                      <a:pPr rtl="0">
                        <a:lnSpc>
                          <a:spcPts val="1275"/>
                        </a:lnSpc>
                        <a:buNone/>
                        <a:defRPr/>
                      </a:pPr>
                      <a:r>
                        <a:rPr lang="en-US" sz="1100"/>
                        <a:t>{0, 1}</a:t>
                      </a:r>
                      <a:endParaRPr lang="en-US"/>
                    </a:p>
                  </a:txBody>
                  <a:tcPr marL="88011" marR="88011" marT="44006" marB="44006" anchor="ctr"/>
                </a:tc>
                <a:tc>
                  <a:txBody>
                    <a:bodyPr/>
                    <a:p>
                      <a:pPr rtl="0">
                        <a:lnSpc>
                          <a:spcPts val="1275"/>
                        </a:lnSpc>
                        <a:buNone/>
                        <a:defRPr/>
                      </a:pPr>
                      <a:r>
                        <a:rPr lang="en-US" sz="1100"/>
                        <a:t>0</a:t>
                      </a:r>
                      <a:endParaRPr lang="en-US"/>
                    </a:p>
                  </a:txBody>
                  <a:tcPr marL="88011" marR="88011" marT="44006" marB="44006" anchor="ctr"/>
                </a:tc>
              </a:tr>
              <a:tr h="857662">
                <a:tc>
                  <a:txBody>
                    <a:bodyPr/>
                    <a:p>
                      <a:pPr rtl="0">
                        <a:lnSpc>
                          <a:spcPts val="1275"/>
                        </a:lnSpc>
                        <a:buNone/>
                        <a:defRPr/>
                      </a:pPr>
                      <a:r>
                        <a:rPr lang="en-US" sz="1100"/>
                        <a:t>identity_hate</a:t>
                      </a:r>
                      <a:endParaRPr lang="en-US"/>
                    </a:p>
                  </a:txBody>
                  <a:tcPr marL="88011" marR="88011" marT="44006" marB="44006" anchor="ctr"/>
                </a:tc>
                <a:tc>
                  <a:txBody>
                    <a:bodyPr/>
                    <a:p>
                      <a:pPr rtl="0">
                        <a:lnSpc>
                          <a:spcPts val="1275"/>
                        </a:lnSpc>
                        <a:buNone/>
                        <a:defRPr/>
                      </a:pPr>
                      <a:r>
                        <a:rPr lang="en-US" sz="1100"/>
                        <a:t>Binary label: 1 if hate based on identity (race, gender, etc.), else 0</a:t>
                      </a:r>
                      <a:endParaRPr lang="en-US"/>
                    </a:p>
                  </a:txBody>
                  <a:tcPr marL="88011" marR="88011" marT="44006" marB="44006" anchor="ctr"/>
                </a:tc>
                <a:tc>
                  <a:txBody>
                    <a:bodyPr/>
                    <a:p>
                      <a:pPr rtl="0">
                        <a:lnSpc>
                          <a:spcPts val="1275"/>
                        </a:lnSpc>
                        <a:buNone/>
                        <a:defRPr/>
                      </a:pPr>
                      <a:r>
                        <a:rPr lang="en-US" sz="1100"/>
                        <a:t>{0, 1}</a:t>
                      </a:r>
                      <a:endParaRPr lang="en-US"/>
                    </a:p>
                  </a:txBody>
                  <a:tcPr marL="88011" marR="88011" marT="44006" marB="44006" anchor="ctr"/>
                </a:tc>
                <a:tc>
                  <a:txBody>
                    <a:bodyPr/>
                    <a:p>
                      <a:pPr rtl="0">
                        <a:lnSpc>
                          <a:spcPts val="1275"/>
                        </a:lnSpc>
                        <a:buNone/>
                        <a:defRPr/>
                      </a:pPr>
                      <a:r>
                        <a:rPr lang="en-US" sz="1100"/>
                        <a:t>0</a:t>
                      </a:r>
                      <a:endParaRPr lang="en-US"/>
                    </a:p>
                  </a:txBody>
                  <a:tcPr marL="88011" marR="88011" marT="44006" marB="44006" anchor="ctr"/>
                </a:tc>
              </a:tr>
              <a:tr h="602405">
                <a:tc>
                  <a:txBody>
                    <a:bodyPr/>
                    <a:p>
                      <a:pPr rtl="0">
                        <a:lnSpc>
                          <a:spcPts val="1275"/>
                        </a:lnSpc>
                        <a:buNone/>
                        <a:defRPr/>
                      </a:pPr>
                      <a:r>
                        <a:rPr lang="en-US" sz="1100"/>
                        <a:t>input_word_ids</a:t>
                      </a:r>
                      <a:endParaRPr lang="en-US"/>
                    </a:p>
                  </a:txBody>
                  <a:tcPr marL="88011" marR="88011" marT="44006" marB="44006" anchor="ctr"/>
                </a:tc>
                <a:tc>
                  <a:txBody>
                    <a:bodyPr/>
                    <a:p>
                      <a:pPr rtl="0">
                        <a:lnSpc>
                          <a:spcPts val="1275"/>
                        </a:lnSpc>
                        <a:buNone/>
                        <a:defRPr/>
                      </a:pPr>
                      <a:r>
                        <a:rPr lang="en-US" sz="1100"/>
                        <a:t>Encoded token IDs (e.g., BERT tokenized sequence)</a:t>
                      </a:r>
                      <a:endParaRPr lang="en-US"/>
                    </a:p>
                  </a:txBody>
                  <a:tcPr marL="88011" marR="88011" marT="44006" marB="44006" anchor="ctr"/>
                </a:tc>
                <a:tc>
                  <a:txBody>
                    <a:bodyPr/>
                    <a:p>
                      <a:pPr rtl="0">
                        <a:lnSpc>
                          <a:spcPts val="1275"/>
                        </a:lnSpc>
                        <a:buNone/>
                        <a:defRPr/>
                      </a:pPr>
                      <a:r>
                        <a:rPr lang="en-US" sz="1100"/>
                        <a:t>~222,273</a:t>
                      </a:r>
                      <a:endParaRPr lang="en-US"/>
                    </a:p>
                  </a:txBody>
                  <a:tcPr marL="88011" marR="88011" marT="44006" marB="44006" anchor="ctr"/>
                </a:tc>
                <a:tc>
                  <a:txBody>
                    <a:bodyPr/>
                    <a:p>
                      <a:pPr rtl="0">
                        <a:lnSpc>
                          <a:spcPts val="1275"/>
                        </a:lnSpc>
                        <a:buNone/>
                        <a:defRPr/>
                      </a:pPr>
                      <a:r>
                        <a:rPr lang="en-US" sz="1100"/>
                        <a:t>(101, 27746, 31609, 11809, 24781, …)</a:t>
                      </a:r>
                      <a:endParaRPr lang="en-US"/>
                    </a:p>
                  </a:txBody>
                  <a:tcPr marL="88011" marR="88011" marT="44006" marB="44006" anchor="ctr"/>
                </a:tc>
              </a:tr>
              <a:tr h="602405">
                <a:tc>
                  <a:txBody>
                    <a:bodyPr/>
                    <a:p>
                      <a:pPr rtl="0">
                        <a:lnSpc>
                          <a:spcPts val="1275"/>
                        </a:lnSpc>
                        <a:buNone/>
                        <a:defRPr/>
                      </a:pPr>
                      <a:r>
                        <a:rPr lang="en-US" sz="1100"/>
                        <a:t>input_mask</a:t>
                      </a:r>
                      <a:endParaRPr lang="en-US"/>
                    </a:p>
                  </a:txBody>
                  <a:tcPr marL="88011" marR="88011" marT="44006" marB="44006" anchor="ctr"/>
                </a:tc>
                <a:tc>
                  <a:txBody>
                    <a:bodyPr/>
                    <a:p>
                      <a:pPr rtl="0">
                        <a:lnSpc>
                          <a:spcPts val="1275"/>
                        </a:lnSpc>
                        <a:buNone/>
                        <a:defRPr/>
                      </a:pPr>
                      <a:r>
                        <a:rPr lang="en-US" sz="1100"/>
                        <a:t>Attention mask corresponding to word IDs</a:t>
                      </a:r>
                      <a:endParaRPr lang="en-US"/>
                    </a:p>
                  </a:txBody>
                  <a:tcPr marL="88011" marR="88011" marT="44006" marB="44006" anchor="ctr"/>
                </a:tc>
                <a:tc>
                  <a:txBody>
                    <a:bodyPr/>
                    <a:p>
                      <a:pPr rtl="0">
                        <a:lnSpc>
                          <a:spcPts val="1275"/>
                        </a:lnSpc>
                        <a:buNone/>
                        <a:defRPr/>
                      </a:pPr>
                      <a:r>
                        <a:rPr lang="en-US" sz="1100"/>
                        <a:t>~222,273</a:t>
                      </a:r>
                      <a:endParaRPr lang="en-US"/>
                    </a:p>
                  </a:txBody>
                  <a:tcPr marL="88011" marR="88011" marT="44006" marB="44006" anchor="ctr"/>
                </a:tc>
                <a:tc>
                  <a:txBody>
                    <a:bodyPr/>
                    <a:p>
                      <a:pPr rtl="0">
                        <a:lnSpc>
                          <a:spcPts val="1275"/>
                        </a:lnSpc>
                        <a:buNone/>
                        <a:defRPr/>
                      </a:pPr>
                      <a:r>
                        <a:rPr lang="en-US" sz="1100"/>
                        <a:t>(1, 1, 1, 1, 1, 1, …, 0, 0, 0)</a:t>
                      </a:r>
                      <a:endParaRPr lang="en-US"/>
                    </a:p>
                  </a:txBody>
                  <a:tcPr marL="88011" marR="88011" marT="44006" marB="44006" anchor="ct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chemeClr val="bg1"/>
        </a:solidFill>
      </p:bgPr>
    </p:bg>
    <p:spTree>
      <p:nvGrpSpPr>
        <p:cNvPr id="1" name=""/>
        <p:cNvGrpSpPr/>
        <p:nvPr/>
      </p:nvGrpSpPr>
      <p:grpSpPr bwMode="auto">
        <a:xfrm>
          <a:off x="0" y="0"/>
          <a:ext cx="0" cy="0"/>
          <a:chOff x="0" y="0"/>
          <a:chExt cx="0" cy="0"/>
        </a:xfrm>
      </p:grpSpPr>
      <p:pic>
        <p:nvPicPr>
          <p:cNvPr id="1973702466" name=""/>
          <p:cNvPicPr>
            <a:picLocks noChangeAspect="1"/>
          </p:cNvPicPr>
          <p:nvPr/>
        </p:nvPicPr>
        <p:blipFill rotWithShape="1">
          <a:blip r:embed="rId3"/>
          <a:srcRect l="0" t="-223" r="0" b="-223"/>
        </p:blipFill>
        <p:spPr bwMode="auto">
          <a:xfrm flipH="0" flipV="0">
            <a:off x="0" y="-52993"/>
            <a:ext cx="12278265" cy="6921984"/>
          </a:xfrm>
          <a:prstGeom prst="rect">
            <a:avLst/>
          </a:prstGeom>
        </p:spPr>
      </p:pic>
      <p:sp>
        <p:nvSpPr>
          <p:cNvPr id="194273542" name="Right Triangle 13"/>
          <p:cNvSpPr>
            <a:spLocks noAdjustHandles="1" noChangeArrowheads="1" noChangeAspect="1" noChangeShapeType="1" noEditPoints="1" noGrp="1" noMove="1" noResize="1" noRot="1" noTextEdit="1"/>
          </p:cNvSpPr>
          <p:nvPr/>
        </p:nvSpPr>
        <p:spPr bwMode="auto">
          <a:xfrm rot="13499997">
            <a:off x="-265269" y="4918296"/>
            <a:ext cx="568288" cy="568288"/>
          </a:xfrm>
          <a:prstGeom prst="rtTriangle">
            <a:avLst/>
          </a:prstGeom>
          <a:solidFill>
            <a:schemeClr val="bg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a:p>
        </p:txBody>
      </p:sp>
      <p:grpSp>
        <p:nvGrpSpPr>
          <p:cNvPr id="257925069" name="Group 15"/>
          <p:cNvGrpSpPr>
            <a:grpSpLocks noChangeAspect="1" noGrp="1" noMove="1" noResize="1" noRot="1" noUngrp="1"/>
          </p:cNvGrpSpPr>
          <p:nvPr/>
        </p:nvGrpSpPr>
        <p:grpSpPr bwMode="auto">
          <a:xfrm>
            <a:off x="-6213" y="0"/>
            <a:ext cx="12214827" cy="6858000"/>
            <a:chOff x="-6213" y="0"/>
            <a:chExt cx="12214827" cy="6858000"/>
          </a:xfrm>
        </p:grpSpPr>
        <p:cxnSp>
          <p:nvCxnSpPr>
            <p:cNvPr id="497748897" name="Straight Connector 16"/>
            <p:cNvCxnSpPr/>
            <p:nvPr/>
          </p:nvCxnSpPr>
          <p:spPr bwMode="auto">
            <a:xfrm>
              <a:off x="-6213" y="6686282"/>
              <a:ext cx="12191999"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93531990" name="Straight Connector 17"/>
            <p:cNvCxnSpPr/>
            <p:nvPr/>
          </p:nvCxnSpPr>
          <p:spPr bwMode="auto">
            <a:xfrm>
              <a:off x="0" y="0"/>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544558018" name="Straight Connector 18"/>
            <p:cNvCxnSpPr/>
            <p:nvPr/>
          </p:nvCxnSpPr>
          <p:spPr bwMode="auto">
            <a:xfrm>
              <a:off x="11993257" y="0"/>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635276992" name="Straight Connector 19"/>
            <p:cNvCxnSpPr/>
            <p:nvPr/>
          </p:nvCxnSpPr>
          <p:spPr bwMode="auto">
            <a:xfrm>
              <a:off x="192528" y="0"/>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72847157" name="Straight Connector 20"/>
            <p:cNvCxnSpPr/>
            <p:nvPr/>
          </p:nvCxnSpPr>
          <p:spPr bwMode="auto">
            <a:xfrm>
              <a:off x="1191965" y="0"/>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1518962" name="Straight Connector 21"/>
            <p:cNvCxnSpPr/>
            <p:nvPr/>
          </p:nvCxnSpPr>
          <p:spPr bwMode="auto">
            <a:xfrm>
              <a:off x="2191403" y="0"/>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14287779" name="Straight Connector 22"/>
            <p:cNvCxnSpPr/>
            <p:nvPr/>
          </p:nvCxnSpPr>
          <p:spPr bwMode="auto">
            <a:xfrm>
              <a:off x="3190842" y="0"/>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8797463" name="Straight Connector 23"/>
            <p:cNvCxnSpPr/>
            <p:nvPr/>
          </p:nvCxnSpPr>
          <p:spPr bwMode="auto">
            <a:xfrm>
              <a:off x="4190279" y="0"/>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28734467" name="Straight Connector 24"/>
            <p:cNvCxnSpPr/>
            <p:nvPr/>
          </p:nvCxnSpPr>
          <p:spPr bwMode="auto">
            <a:xfrm>
              <a:off x="5189717" y="0"/>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541042676" name="Straight Connector 25"/>
            <p:cNvCxnSpPr/>
            <p:nvPr/>
          </p:nvCxnSpPr>
          <p:spPr bwMode="auto">
            <a:xfrm>
              <a:off x="6189156" y="0"/>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771685293" name="Straight Connector 26"/>
            <p:cNvCxnSpPr/>
            <p:nvPr/>
          </p:nvCxnSpPr>
          <p:spPr bwMode="auto">
            <a:xfrm>
              <a:off x="7188593" y="0"/>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271594336" name="Straight Connector 27"/>
            <p:cNvCxnSpPr/>
            <p:nvPr/>
          </p:nvCxnSpPr>
          <p:spPr bwMode="auto">
            <a:xfrm>
              <a:off x="8188031" y="0"/>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21705780" name="Straight Connector 28"/>
            <p:cNvCxnSpPr/>
            <p:nvPr/>
          </p:nvCxnSpPr>
          <p:spPr bwMode="auto">
            <a:xfrm>
              <a:off x="9187470" y="0"/>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34474122" name="Straight Connector 29"/>
            <p:cNvCxnSpPr/>
            <p:nvPr/>
          </p:nvCxnSpPr>
          <p:spPr bwMode="auto">
            <a:xfrm>
              <a:off x="10186907" y="0"/>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670709650" name="Straight Connector 30"/>
            <p:cNvCxnSpPr/>
            <p:nvPr/>
          </p:nvCxnSpPr>
          <p:spPr bwMode="auto">
            <a:xfrm>
              <a:off x="11186345" y="0"/>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32832288" name="Straight Connector 31"/>
            <p:cNvCxnSpPr/>
            <p:nvPr/>
          </p:nvCxnSpPr>
          <p:spPr bwMode="auto">
            <a:xfrm>
              <a:off x="12185785" y="0"/>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23340424" name="Straight Connector 32"/>
            <p:cNvCxnSpPr/>
            <p:nvPr/>
          </p:nvCxnSpPr>
          <p:spPr bwMode="auto">
            <a:xfrm>
              <a:off x="0" y="171715"/>
              <a:ext cx="12191999"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548722405" name="Straight Connector 33"/>
            <p:cNvCxnSpPr/>
            <p:nvPr/>
          </p:nvCxnSpPr>
          <p:spPr bwMode="auto">
            <a:xfrm>
              <a:off x="0" y="728905"/>
              <a:ext cx="12191999"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39725402" name="Straight Connector 34"/>
            <p:cNvCxnSpPr/>
            <p:nvPr/>
          </p:nvCxnSpPr>
          <p:spPr bwMode="auto">
            <a:xfrm>
              <a:off x="0" y="1286095"/>
              <a:ext cx="12191999"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46561551" name="Straight Connector 35"/>
            <p:cNvCxnSpPr/>
            <p:nvPr/>
          </p:nvCxnSpPr>
          <p:spPr bwMode="auto">
            <a:xfrm>
              <a:off x="0" y="1843285"/>
              <a:ext cx="12191999"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64067959" name="Straight Connector 36"/>
            <p:cNvCxnSpPr/>
            <p:nvPr/>
          </p:nvCxnSpPr>
          <p:spPr bwMode="auto">
            <a:xfrm>
              <a:off x="0" y="2400475"/>
              <a:ext cx="12191999"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664544254" name="Straight Connector 37"/>
            <p:cNvCxnSpPr/>
            <p:nvPr/>
          </p:nvCxnSpPr>
          <p:spPr bwMode="auto">
            <a:xfrm>
              <a:off x="0" y="2957665"/>
              <a:ext cx="12191999"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677519842" name="Straight Connector 38"/>
            <p:cNvCxnSpPr/>
            <p:nvPr/>
          </p:nvCxnSpPr>
          <p:spPr bwMode="auto">
            <a:xfrm>
              <a:off x="0" y="3514855"/>
              <a:ext cx="12191999"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7344725" name="Straight Connector 39"/>
            <p:cNvCxnSpPr/>
            <p:nvPr/>
          </p:nvCxnSpPr>
          <p:spPr bwMode="auto">
            <a:xfrm>
              <a:off x="0" y="4072045"/>
              <a:ext cx="12191999"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381251715" name="Straight Connector 40"/>
            <p:cNvCxnSpPr/>
            <p:nvPr/>
          </p:nvCxnSpPr>
          <p:spPr bwMode="auto">
            <a:xfrm>
              <a:off x="0" y="4629235"/>
              <a:ext cx="12191999"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564654869" name="Straight Connector 41"/>
            <p:cNvCxnSpPr/>
            <p:nvPr/>
          </p:nvCxnSpPr>
          <p:spPr bwMode="auto">
            <a:xfrm>
              <a:off x="0" y="5186425"/>
              <a:ext cx="12191999"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07737258" name="Straight Connector 42"/>
            <p:cNvCxnSpPr/>
            <p:nvPr/>
          </p:nvCxnSpPr>
          <p:spPr bwMode="auto">
            <a:xfrm>
              <a:off x="0" y="5743615"/>
              <a:ext cx="12191999"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89385607" name="Straight Connector 43"/>
            <p:cNvCxnSpPr/>
            <p:nvPr/>
          </p:nvCxnSpPr>
          <p:spPr bwMode="auto">
            <a:xfrm>
              <a:off x="0" y="6857998"/>
              <a:ext cx="12191999"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524526427" name="Straight Connector 44"/>
            <p:cNvCxnSpPr/>
            <p:nvPr/>
          </p:nvCxnSpPr>
          <p:spPr bwMode="auto">
            <a:xfrm>
              <a:off x="16612" y="6248399"/>
              <a:ext cx="12191999"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2010813919" name="Title 1"/>
          <p:cNvSpPr>
            <a:spLocks noGrp="1"/>
          </p:cNvSpPr>
          <p:nvPr>
            <p:ph type="title"/>
          </p:nvPr>
        </p:nvSpPr>
        <p:spPr bwMode="auto"/>
        <p:txBody>
          <a:bodyPr/>
          <a:lstStyle/>
          <a:p>
            <a:pPr>
              <a:defRPr/>
            </a:pPr>
            <a:r>
              <a:rPr sz="5400">
                <a:solidFill>
                  <a:schemeClr val="tx1"/>
                </a:solidFill>
              </a:rPr>
              <a:t>Modules</a:t>
            </a:r>
            <a:endParaRPr>
              <a:solidFill>
                <a:schemeClr val="tx1"/>
              </a:solidFill>
            </a:endParaRPr>
          </a:p>
        </p:txBody>
      </p:sp>
      <p:sp>
        <p:nvSpPr>
          <p:cNvPr id="1753649286" name="Content Placeholder 2"/>
          <p:cNvSpPr>
            <a:spLocks noGrp="1"/>
          </p:cNvSpPr>
          <p:nvPr>
            <p:ph idx="1"/>
          </p:nvPr>
        </p:nvSpPr>
        <p:spPr bwMode="auto"/>
        <p:txBody>
          <a:bodyPr/>
          <a:lstStyle>
            <a:lvl1pPr marL="228600" indent="-228600">
              <a:buFont typeface="Arial"/>
              <a:buChar char="•"/>
              <a:defRPr/>
            </a:lvl1pPr>
            <a:lvl2pPr marL="228600" indent="-228600">
              <a:buFont typeface="Arial"/>
              <a:buChar char="•"/>
              <a:defRPr/>
            </a:lvl2pPr>
            <a:lvl3pPr marL="228600" indent="-228600">
              <a:buFont typeface="Arial"/>
              <a:buChar char="•"/>
              <a:defRPr/>
            </a:lvl3pPr>
            <a:lvl4pPr marL="228600" indent="-228600">
              <a:buFont typeface="Arial"/>
              <a:buChar char="•"/>
              <a:defRPr/>
            </a:lvl4pPr>
            <a:lvl5pPr marL="228600" indent="-228600">
              <a:buFont typeface="Arial"/>
              <a:buChar char="•"/>
              <a:defRPr/>
            </a:lvl5pPr>
          </a:lstStyle>
          <a:p>
            <a:pPr>
              <a:defRPr/>
            </a:pP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chemeClr val="bg1"/>
        </a:solidFill>
      </p:bgPr>
    </p:bg>
    <p:spTree>
      <p:nvGrpSpPr>
        <p:cNvPr id="1" name=""/>
        <p:cNvGrpSpPr/>
        <p:nvPr/>
      </p:nvGrpSpPr>
      <p:grpSpPr bwMode="auto">
        <a:xfrm>
          <a:off x="0" y="0"/>
          <a:ext cx="0" cy="0"/>
          <a:chOff x="0" y="0"/>
          <a:chExt cx="0" cy="0"/>
        </a:xfrm>
      </p:grpSpPr>
      <p:pic>
        <p:nvPicPr>
          <p:cNvPr id="1023914630" name=""/>
          <p:cNvPicPr>
            <a:picLocks noChangeAspect="1"/>
          </p:cNvPicPr>
          <p:nvPr/>
        </p:nvPicPr>
        <p:blipFill rotWithShape="1">
          <a:blip r:embed="rId3"/>
          <a:srcRect l="0" t="-223" r="0" b="-223"/>
        </p:blipFill>
        <p:spPr bwMode="auto">
          <a:xfrm flipH="0" flipV="0">
            <a:off x="0" y="-52993"/>
            <a:ext cx="12278265" cy="6921984"/>
          </a:xfrm>
          <a:prstGeom prst="rect">
            <a:avLst/>
          </a:prstGeom>
        </p:spPr>
      </p:pic>
      <p:sp>
        <p:nvSpPr>
          <p:cNvPr id="1124695503" name="Right Triangle 13"/>
          <p:cNvSpPr>
            <a:spLocks noAdjustHandles="1" noChangeArrowheads="1" noChangeAspect="1" noChangeShapeType="1" noEditPoints="1" noGrp="1" noMove="1" noResize="1" noRot="1" noTextEdit="1"/>
          </p:cNvSpPr>
          <p:nvPr/>
        </p:nvSpPr>
        <p:spPr bwMode="auto">
          <a:xfrm rot="13499997">
            <a:off x="-265269" y="4918296"/>
            <a:ext cx="568288" cy="568288"/>
          </a:xfrm>
          <a:prstGeom prst="rtTriangle">
            <a:avLst/>
          </a:prstGeom>
          <a:solidFill>
            <a:schemeClr val="bg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a:p>
        </p:txBody>
      </p:sp>
      <p:grpSp>
        <p:nvGrpSpPr>
          <p:cNvPr id="989350467" name="Group 15"/>
          <p:cNvGrpSpPr>
            <a:grpSpLocks noChangeAspect="1" noGrp="1" noMove="1" noResize="1" noRot="1" noUngrp="1"/>
          </p:cNvGrpSpPr>
          <p:nvPr/>
        </p:nvGrpSpPr>
        <p:grpSpPr bwMode="auto">
          <a:xfrm>
            <a:off x="-6213" y="0"/>
            <a:ext cx="12214827" cy="6858000"/>
            <a:chOff x="-6213" y="0"/>
            <a:chExt cx="12214827" cy="6858000"/>
          </a:xfrm>
        </p:grpSpPr>
        <p:cxnSp>
          <p:nvCxnSpPr>
            <p:cNvPr id="129146276" name="Straight Connector 16"/>
            <p:cNvCxnSpPr/>
            <p:nvPr/>
          </p:nvCxnSpPr>
          <p:spPr bwMode="auto">
            <a:xfrm>
              <a:off x="-6213" y="6686282"/>
              <a:ext cx="12191999"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147049159" name="Straight Connector 17"/>
            <p:cNvCxnSpPr/>
            <p:nvPr/>
          </p:nvCxnSpPr>
          <p:spPr bwMode="auto">
            <a:xfrm>
              <a:off x="0" y="0"/>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06948754" name="Straight Connector 18"/>
            <p:cNvCxnSpPr/>
            <p:nvPr/>
          </p:nvCxnSpPr>
          <p:spPr bwMode="auto">
            <a:xfrm>
              <a:off x="11993257" y="0"/>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327131153" name="Straight Connector 19"/>
            <p:cNvCxnSpPr/>
            <p:nvPr/>
          </p:nvCxnSpPr>
          <p:spPr bwMode="auto">
            <a:xfrm>
              <a:off x="192528" y="0"/>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652878789" name="Straight Connector 20"/>
            <p:cNvCxnSpPr/>
            <p:nvPr/>
          </p:nvCxnSpPr>
          <p:spPr bwMode="auto">
            <a:xfrm>
              <a:off x="1191965" y="0"/>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55351813" name="Straight Connector 21"/>
            <p:cNvCxnSpPr/>
            <p:nvPr/>
          </p:nvCxnSpPr>
          <p:spPr bwMode="auto">
            <a:xfrm>
              <a:off x="2191403" y="0"/>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572724133" name="Straight Connector 22"/>
            <p:cNvCxnSpPr/>
            <p:nvPr/>
          </p:nvCxnSpPr>
          <p:spPr bwMode="auto">
            <a:xfrm>
              <a:off x="3190842" y="0"/>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02690123" name="Straight Connector 23"/>
            <p:cNvCxnSpPr/>
            <p:nvPr/>
          </p:nvCxnSpPr>
          <p:spPr bwMode="auto">
            <a:xfrm>
              <a:off x="4190279" y="0"/>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39702993" name="Straight Connector 24"/>
            <p:cNvCxnSpPr/>
            <p:nvPr/>
          </p:nvCxnSpPr>
          <p:spPr bwMode="auto">
            <a:xfrm>
              <a:off x="5189717" y="0"/>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33705416" name="Straight Connector 25"/>
            <p:cNvCxnSpPr/>
            <p:nvPr/>
          </p:nvCxnSpPr>
          <p:spPr bwMode="auto">
            <a:xfrm>
              <a:off x="6189156" y="0"/>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14788222" name="Straight Connector 26"/>
            <p:cNvCxnSpPr/>
            <p:nvPr/>
          </p:nvCxnSpPr>
          <p:spPr bwMode="auto">
            <a:xfrm>
              <a:off x="7188593" y="0"/>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16710063" name="Straight Connector 27"/>
            <p:cNvCxnSpPr/>
            <p:nvPr/>
          </p:nvCxnSpPr>
          <p:spPr bwMode="auto">
            <a:xfrm>
              <a:off x="8188031" y="0"/>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80090756" name="Straight Connector 28"/>
            <p:cNvCxnSpPr/>
            <p:nvPr/>
          </p:nvCxnSpPr>
          <p:spPr bwMode="auto">
            <a:xfrm>
              <a:off x="9187470" y="0"/>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345705" name="Straight Connector 29"/>
            <p:cNvCxnSpPr/>
            <p:nvPr/>
          </p:nvCxnSpPr>
          <p:spPr bwMode="auto">
            <a:xfrm>
              <a:off x="10186907" y="0"/>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2083228" name="Straight Connector 30"/>
            <p:cNvCxnSpPr/>
            <p:nvPr/>
          </p:nvCxnSpPr>
          <p:spPr bwMode="auto">
            <a:xfrm>
              <a:off x="11186345" y="0"/>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54624999" name="Straight Connector 31"/>
            <p:cNvCxnSpPr/>
            <p:nvPr/>
          </p:nvCxnSpPr>
          <p:spPr bwMode="auto">
            <a:xfrm>
              <a:off x="12185785" y="0"/>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68125460" name="Straight Connector 32"/>
            <p:cNvCxnSpPr/>
            <p:nvPr/>
          </p:nvCxnSpPr>
          <p:spPr bwMode="auto">
            <a:xfrm>
              <a:off x="0" y="171715"/>
              <a:ext cx="12191999"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665480177" name="Straight Connector 33"/>
            <p:cNvCxnSpPr/>
            <p:nvPr/>
          </p:nvCxnSpPr>
          <p:spPr bwMode="auto">
            <a:xfrm>
              <a:off x="0" y="728905"/>
              <a:ext cx="12191999"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41898158" name="Straight Connector 34"/>
            <p:cNvCxnSpPr/>
            <p:nvPr/>
          </p:nvCxnSpPr>
          <p:spPr bwMode="auto">
            <a:xfrm>
              <a:off x="0" y="1286095"/>
              <a:ext cx="12191999"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62048011" name="Straight Connector 35"/>
            <p:cNvCxnSpPr/>
            <p:nvPr/>
          </p:nvCxnSpPr>
          <p:spPr bwMode="auto">
            <a:xfrm>
              <a:off x="0" y="1843285"/>
              <a:ext cx="12191999"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6223095" name="Straight Connector 36"/>
            <p:cNvCxnSpPr/>
            <p:nvPr/>
          </p:nvCxnSpPr>
          <p:spPr bwMode="auto">
            <a:xfrm>
              <a:off x="0" y="2400475"/>
              <a:ext cx="12191999"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81693826" name="Straight Connector 37"/>
            <p:cNvCxnSpPr/>
            <p:nvPr/>
          </p:nvCxnSpPr>
          <p:spPr bwMode="auto">
            <a:xfrm>
              <a:off x="0" y="2957665"/>
              <a:ext cx="12191999"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71369031" name="Straight Connector 38"/>
            <p:cNvCxnSpPr/>
            <p:nvPr/>
          </p:nvCxnSpPr>
          <p:spPr bwMode="auto">
            <a:xfrm>
              <a:off x="0" y="3514855"/>
              <a:ext cx="12191999"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6931133" name="Straight Connector 39"/>
            <p:cNvCxnSpPr/>
            <p:nvPr/>
          </p:nvCxnSpPr>
          <p:spPr bwMode="auto">
            <a:xfrm>
              <a:off x="0" y="4072045"/>
              <a:ext cx="12191999"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28850596" name="Straight Connector 40"/>
            <p:cNvCxnSpPr/>
            <p:nvPr/>
          </p:nvCxnSpPr>
          <p:spPr bwMode="auto">
            <a:xfrm>
              <a:off x="0" y="4629235"/>
              <a:ext cx="12191999"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506381450" name="Straight Connector 41"/>
            <p:cNvCxnSpPr/>
            <p:nvPr/>
          </p:nvCxnSpPr>
          <p:spPr bwMode="auto">
            <a:xfrm>
              <a:off x="0" y="5186425"/>
              <a:ext cx="12191999"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61529491" name="Straight Connector 42"/>
            <p:cNvCxnSpPr/>
            <p:nvPr/>
          </p:nvCxnSpPr>
          <p:spPr bwMode="auto">
            <a:xfrm>
              <a:off x="0" y="5743615"/>
              <a:ext cx="12191999"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19142509" name="Straight Connector 43"/>
            <p:cNvCxnSpPr/>
            <p:nvPr/>
          </p:nvCxnSpPr>
          <p:spPr bwMode="auto">
            <a:xfrm>
              <a:off x="0" y="6857998"/>
              <a:ext cx="12191999"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98577636" name="Straight Connector 44"/>
            <p:cNvCxnSpPr/>
            <p:nvPr/>
          </p:nvCxnSpPr>
          <p:spPr bwMode="auto">
            <a:xfrm>
              <a:off x="16612" y="6248399"/>
              <a:ext cx="12191999"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1653240057" name="Title 1"/>
          <p:cNvSpPr>
            <a:spLocks noGrp="1"/>
          </p:cNvSpPr>
          <p:nvPr>
            <p:ph type="title"/>
          </p:nvPr>
        </p:nvSpPr>
        <p:spPr bwMode="auto"/>
        <p:txBody>
          <a:bodyPr/>
          <a:lstStyle/>
          <a:p>
            <a:pPr>
              <a:defRPr/>
            </a:pPr>
            <a:endParaRPr/>
          </a:p>
        </p:txBody>
      </p:sp>
      <p:sp>
        <p:nvSpPr>
          <p:cNvPr id="1619275799" name="Content Placeholder 2"/>
          <p:cNvSpPr>
            <a:spLocks noGrp="1"/>
          </p:cNvSpPr>
          <p:nvPr>
            <p:ph idx="1"/>
          </p:nvPr>
        </p:nvSpPr>
        <p:spPr bwMode="auto"/>
        <p:txBody>
          <a:bodyPr/>
          <a:lstStyle>
            <a:lvl1pPr marL="228600" indent="-228600">
              <a:buFont typeface="Arial"/>
              <a:buChar char="•"/>
              <a:defRPr/>
            </a:lvl1pPr>
            <a:lvl2pPr marL="228600" indent="-228600">
              <a:buFont typeface="Arial"/>
              <a:buChar char="•"/>
              <a:defRPr/>
            </a:lvl2pPr>
            <a:lvl3pPr marL="228600" indent="-228600">
              <a:buFont typeface="Arial"/>
              <a:buChar char="•"/>
              <a:defRPr/>
            </a:lvl3pPr>
            <a:lvl4pPr marL="228600" indent="-228600">
              <a:buFont typeface="Arial"/>
              <a:buChar char="•"/>
              <a:defRPr/>
            </a:lvl4pPr>
            <a:lvl5pPr marL="228600" indent="-228600">
              <a:buFont typeface="Arial"/>
              <a:buChar char="•"/>
              <a:defRPr/>
            </a:lvl5pPr>
          </a:lstStyle>
          <a:p>
            <a:pPr>
              <a:defRPr/>
            </a:pPr>
            <a:endParaRPr/>
          </a:p>
        </p:txBody>
      </p:sp>
      <p:sp>
        <p:nvSpPr>
          <p:cNvPr id="587009252" name=""/>
          <p:cNvSpPr/>
          <p:nvPr/>
        </p:nvSpPr>
        <p:spPr bwMode="auto">
          <a:xfrm>
            <a:off x="5311227" y="3291840"/>
            <a:ext cx="1569903" cy="366119"/>
          </a:xfrm>
        </p:spPr>
        <p:txBody>
          <a:bodyPr rot="0" spcFirstLastPara="0" vertOverflow="overflow" horzOverflow="overflow" vert="horz" wrap="square" lIns="91440" tIns="45720" rIns="91440" bIns="45720" numCol="1" spcCol="0" rtlCol="0" fromWordArt="0" anchor="t" anchorCtr="0" forceAA="0" upright="0" compatLnSpc="1">
            <a:prstTxWarp prst="textNoShape"/>
            <a:spAutoFit/>
          </a:bodyPr>
          <a:p>
            <a:pPr>
              <a:defRPr/>
            </a:pPr>
            <a:r>
              <a:rPr sz="1800" b="1" i="0" u="none">
                <a:solidFill>
                  <a:srgbClr val="000000"/>
                </a:solidFill>
                <a:latin typeface="Times New Roman"/>
                <a:ea typeface="Times New Roman"/>
                <a:cs typeface="Times New Roman"/>
              </a:rPr>
              <a:t>Live Analysis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chemeClr val="bg1"/>
        </a:solidFill>
      </p:bgPr>
    </p:bg>
    <p:spTree>
      <p:nvGrpSpPr>
        <p:cNvPr id="1" name=""/>
        <p:cNvGrpSpPr/>
        <p:nvPr/>
      </p:nvGrpSpPr>
      <p:grpSpPr bwMode="auto">
        <a:xfrm>
          <a:off x="0" y="0"/>
          <a:ext cx="0" cy="0"/>
          <a:chOff x="0" y="0"/>
          <a:chExt cx="0" cy="0"/>
        </a:xfrm>
      </p:grpSpPr>
      <p:pic>
        <p:nvPicPr>
          <p:cNvPr id="1643929196" name=""/>
          <p:cNvPicPr>
            <a:picLocks noChangeAspect="1"/>
          </p:cNvPicPr>
          <p:nvPr/>
        </p:nvPicPr>
        <p:blipFill rotWithShape="1">
          <a:blip r:embed="rId3"/>
          <a:srcRect l="0" t="-223" r="0" b="-223"/>
        </p:blipFill>
        <p:spPr bwMode="auto">
          <a:xfrm flipH="0" flipV="0">
            <a:off x="0" y="-52993"/>
            <a:ext cx="12278265" cy="6921984"/>
          </a:xfrm>
          <a:prstGeom prst="rect">
            <a:avLst/>
          </a:prstGeom>
        </p:spPr>
      </p:pic>
      <p:sp>
        <p:nvSpPr>
          <p:cNvPr id="1561549898" name="Right Triangle 13"/>
          <p:cNvSpPr>
            <a:spLocks noAdjustHandles="1" noChangeArrowheads="1" noChangeAspect="1" noChangeShapeType="1" noEditPoints="1" noGrp="1" noMove="1" noResize="1" noRot="1" noTextEdit="1"/>
          </p:cNvSpPr>
          <p:nvPr/>
        </p:nvSpPr>
        <p:spPr bwMode="auto">
          <a:xfrm rot="13499997">
            <a:off x="-265269" y="4918296"/>
            <a:ext cx="568288" cy="568288"/>
          </a:xfrm>
          <a:prstGeom prst="rtTriangle">
            <a:avLst/>
          </a:prstGeom>
          <a:solidFill>
            <a:schemeClr val="bg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a:p>
        </p:txBody>
      </p:sp>
      <p:grpSp>
        <p:nvGrpSpPr>
          <p:cNvPr id="678627388" name="Group 15"/>
          <p:cNvGrpSpPr>
            <a:grpSpLocks noChangeAspect="1" noGrp="1" noMove="1" noResize="1" noRot="1" noUngrp="1"/>
          </p:cNvGrpSpPr>
          <p:nvPr/>
        </p:nvGrpSpPr>
        <p:grpSpPr bwMode="auto">
          <a:xfrm>
            <a:off x="-6213" y="0"/>
            <a:ext cx="12214827" cy="6858000"/>
            <a:chOff x="-6213" y="0"/>
            <a:chExt cx="12214827" cy="6858000"/>
          </a:xfrm>
        </p:grpSpPr>
        <p:cxnSp>
          <p:nvCxnSpPr>
            <p:cNvPr id="2017535840" name="Straight Connector 16"/>
            <p:cNvCxnSpPr/>
            <p:nvPr/>
          </p:nvCxnSpPr>
          <p:spPr bwMode="auto">
            <a:xfrm>
              <a:off x="-6213" y="6686282"/>
              <a:ext cx="12191999"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54667178" name="Straight Connector 17"/>
            <p:cNvCxnSpPr/>
            <p:nvPr/>
          </p:nvCxnSpPr>
          <p:spPr bwMode="auto">
            <a:xfrm>
              <a:off x="0" y="0"/>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61889970" name="Straight Connector 18"/>
            <p:cNvCxnSpPr/>
            <p:nvPr/>
          </p:nvCxnSpPr>
          <p:spPr bwMode="auto">
            <a:xfrm>
              <a:off x="11993257" y="0"/>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90905175" name="Straight Connector 19"/>
            <p:cNvCxnSpPr/>
            <p:nvPr/>
          </p:nvCxnSpPr>
          <p:spPr bwMode="auto">
            <a:xfrm>
              <a:off x="192528" y="0"/>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0858267" name="Straight Connector 20"/>
            <p:cNvCxnSpPr/>
            <p:nvPr/>
          </p:nvCxnSpPr>
          <p:spPr bwMode="auto">
            <a:xfrm>
              <a:off x="1191965" y="0"/>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509757342" name="Straight Connector 21"/>
            <p:cNvCxnSpPr/>
            <p:nvPr/>
          </p:nvCxnSpPr>
          <p:spPr bwMode="auto">
            <a:xfrm>
              <a:off x="2191403" y="0"/>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750701482" name="Straight Connector 22"/>
            <p:cNvCxnSpPr/>
            <p:nvPr/>
          </p:nvCxnSpPr>
          <p:spPr bwMode="auto">
            <a:xfrm>
              <a:off x="3190842" y="0"/>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09017687" name="Straight Connector 23"/>
            <p:cNvCxnSpPr/>
            <p:nvPr/>
          </p:nvCxnSpPr>
          <p:spPr bwMode="auto">
            <a:xfrm>
              <a:off x="4190279" y="0"/>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874758032" name="Straight Connector 24"/>
            <p:cNvCxnSpPr/>
            <p:nvPr/>
          </p:nvCxnSpPr>
          <p:spPr bwMode="auto">
            <a:xfrm>
              <a:off x="5189717" y="0"/>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267355600" name="Straight Connector 25"/>
            <p:cNvCxnSpPr/>
            <p:nvPr/>
          </p:nvCxnSpPr>
          <p:spPr bwMode="auto">
            <a:xfrm>
              <a:off x="6189156" y="0"/>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81549768" name="Straight Connector 26"/>
            <p:cNvCxnSpPr/>
            <p:nvPr/>
          </p:nvCxnSpPr>
          <p:spPr bwMode="auto">
            <a:xfrm>
              <a:off x="7188593" y="0"/>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74533219" name="Straight Connector 27"/>
            <p:cNvCxnSpPr/>
            <p:nvPr/>
          </p:nvCxnSpPr>
          <p:spPr bwMode="auto">
            <a:xfrm>
              <a:off x="8188031" y="0"/>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572469017" name="Straight Connector 28"/>
            <p:cNvCxnSpPr/>
            <p:nvPr/>
          </p:nvCxnSpPr>
          <p:spPr bwMode="auto">
            <a:xfrm>
              <a:off x="9187470" y="0"/>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750307122" name="Straight Connector 29"/>
            <p:cNvCxnSpPr/>
            <p:nvPr/>
          </p:nvCxnSpPr>
          <p:spPr bwMode="auto">
            <a:xfrm>
              <a:off x="10186907" y="0"/>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28419775" name="Straight Connector 30"/>
            <p:cNvCxnSpPr/>
            <p:nvPr/>
          </p:nvCxnSpPr>
          <p:spPr bwMode="auto">
            <a:xfrm>
              <a:off x="11186345" y="0"/>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38370062" name="Straight Connector 31"/>
            <p:cNvCxnSpPr/>
            <p:nvPr/>
          </p:nvCxnSpPr>
          <p:spPr bwMode="auto">
            <a:xfrm>
              <a:off x="12185785" y="0"/>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702688323" name="Straight Connector 32"/>
            <p:cNvCxnSpPr/>
            <p:nvPr/>
          </p:nvCxnSpPr>
          <p:spPr bwMode="auto">
            <a:xfrm>
              <a:off x="0" y="171715"/>
              <a:ext cx="12191999"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81628745" name="Straight Connector 33"/>
            <p:cNvCxnSpPr/>
            <p:nvPr/>
          </p:nvCxnSpPr>
          <p:spPr bwMode="auto">
            <a:xfrm>
              <a:off x="0" y="728905"/>
              <a:ext cx="12191999"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7544686" name="Straight Connector 34"/>
            <p:cNvCxnSpPr/>
            <p:nvPr/>
          </p:nvCxnSpPr>
          <p:spPr bwMode="auto">
            <a:xfrm>
              <a:off x="0" y="1286095"/>
              <a:ext cx="12191999"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506477819" name="Straight Connector 35"/>
            <p:cNvCxnSpPr/>
            <p:nvPr/>
          </p:nvCxnSpPr>
          <p:spPr bwMode="auto">
            <a:xfrm>
              <a:off x="0" y="1843285"/>
              <a:ext cx="12191999"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364859270" name="Straight Connector 36"/>
            <p:cNvCxnSpPr/>
            <p:nvPr/>
          </p:nvCxnSpPr>
          <p:spPr bwMode="auto">
            <a:xfrm>
              <a:off x="0" y="2400475"/>
              <a:ext cx="12191999"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93234853" name="Straight Connector 37"/>
            <p:cNvCxnSpPr/>
            <p:nvPr/>
          </p:nvCxnSpPr>
          <p:spPr bwMode="auto">
            <a:xfrm>
              <a:off x="0" y="2957665"/>
              <a:ext cx="12191999"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09960686" name="Straight Connector 38"/>
            <p:cNvCxnSpPr/>
            <p:nvPr/>
          </p:nvCxnSpPr>
          <p:spPr bwMode="auto">
            <a:xfrm>
              <a:off x="0" y="3514855"/>
              <a:ext cx="12191999"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44754734" name="Straight Connector 39"/>
            <p:cNvCxnSpPr/>
            <p:nvPr/>
          </p:nvCxnSpPr>
          <p:spPr bwMode="auto">
            <a:xfrm>
              <a:off x="0" y="4072045"/>
              <a:ext cx="12191999"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14324869" name="Straight Connector 40"/>
            <p:cNvCxnSpPr/>
            <p:nvPr/>
          </p:nvCxnSpPr>
          <p:spPr bwMode="auto">
            <a:xfrm>
              <a:off x="0" y="4629235"/>
              <a:ext cx="12191999"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891811516" name="Straight Connector 41"/>
            <p:cNvCxnSpPr/>
            <p:nvPr/>
          </p:nvCxnSpPr>
          <p:spPr bwMode="auto">
            <a:xfrm>
              <a:off x="0" y="5186425"/>
              <a:ext cx="12191999"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16048890" name="Straight Connector 42"/>
            <p:cNvCxnSpPr/>
            <p:nvPr/>
          </p:nvCxnSpPr>
          <p:spPr bwMode="auto">
            <a:xfrm>
              <a:off x="0" y="5743615"/>
              <a:ext cx="12191999"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21765339" name="Straight Connector 43"/>
            <p:cNvCxnSpPr/>
            <p:nvPr/>
          </p:nvCxnSpPr>
          <p:spPr bwMode="auto">
            <a:xfrm>
              <a:off x="0" y="6857998"/>
              <a:ext cx="12191999"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566247660" name="Straight Connector 44"/>
            <p:cNvCxnSpPr/>
            <p:nvPr/>
          </p:nvCxnSpPr>
          <p:spPr bwMode="auto">
            <a:xfrm>
              <a:off x="16612" y="6248399"/>
              <a:ext cx="12191999"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381825345" name="Title 1"/>
          <p:cNvSpPr>
            <a:spLocks noGrp="1"/>
          </p:cNvSpPr>
          <p:nvPr>
            <p:ph type="title"/>
          </p:nvPr>
        </p:nvSpPr>
        <p:spPr bwMode="auto"/>
        <p:txBody>
          <a:bodyPr/>
          <a:lstStyle/>
          <a:p>
            <a:pPr>
              <a:defRPr/>
            </a:pPr>
            <a:endParaRPr/>
          </a:p>
        </p:txBody>
      </p:sp>
      <p:sp>
        <p:nvSpPr>
          <p:cNvPr id="192813531" name="Content Placeholder 2"/>
          <p:cNvSpPr>
            <a:spLocks noGrp="1"/>
          </p:cNvSpPr>
          <p:nvPr>
            <p:ph idx="1"/>
          </p:nvPr>
        </p:nvSpPr>
        <p:spPr bwMode="auto"/>
        <p:txBody>
          <a:bodyPr/>
          <a:lstStyle>
            <a:lvl1pPr marL="228600" indent="-228600">
              <a:buFont typeface="Arial"/>
              <a:buChar char="•"/>
              <a:defRPr/>
            </a:lvl1pPr>
            <a:lvl2pPr marL="228600" indent="-228600">
              <a:buFont typeface="Arial"/>
              <a:buChar char="•"/>
              <a:defRPr/>
            </a:lvl2pPr>
            <a:lvl3pPr marL="228600" indent="-228600">
              <a:buFont typeface="Arial"/>
              <a:buChar char="•"/>
              <a:defRPr/>
            </a:lvl3pPr>
            <a:lvl4pPr marL="228600" indent="-228600">
              <a:buFont typeface="Arial"/>
              <a:buChar char="•"/>
              <a:defRPr/>
            </a:lvl4pPr>
            <a:lvl5pPr marL="228600" indent="-228600">
              <a:buFont typeface="Arial"/>
              <a:buChar char="•"/>
              <a:defRPr/>
            </a:lvl5pPr>
          </a:lstStyle>
          <a:p>
            <a:pPr>
              <a:defRPr/>
            </a:pP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chemeClr val="bg1"/>
        </a:solidFill>
      </p:bgPr>
    </p:bg>
    <p:spTree>
      <p:nvGrpSpPr>
        <p:cNvPr id="1" name=""/>
        <p:cNvGrpSpPr/>
        <p:nvPr/>
      </p:nvGrpSpPr>
      <p:grpSpPr bwMode="auto">
        <a:xfrm>
          <a:off x="0" y="0"/>
          <a:ext cx="0" cy="0"/>
          <a:chOff x="0" y="0"/>
          <a:chExt cx="0" cy="0"/>
        </a:xfrm>
      </p:grpSpPr>
      <p:sp useBgFill="1">
        <p:nvSpPr>
          <p:cNvPr id="1162168505" name="Rectangle 7"/>
          <p:cNvSpPr>
            <a:spLocks noAdjustHandles="1" noChangeArrowheads="1" noChangeAspect="1" noChangeShapeType="1" noEditPoints="1" noGrp="1" noMove="1" noResize="1" noRot="1" noTextEdit="1"/>
          </p:cNvSpPr>
          <p:nvPr/>
        </p:nvSpPr>
        <p:spPr bwMode="auto">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a:solidFill>
                <a:schemeClr val="bg1"/>
              </a:solidFill>
            </a:endParaRPr>
          </a:p>
        </p:txBody>
      </p:sp>
      <p:sp>
        <p:nvSpPr>
          <p:cNvPr id="529684582" name="Freeform: Shape 11"/>
          <p:cNvSpPr>
            <a:spLocks noAdjustHandles="1" noChangeArrowheads="1" noChangeAspect="1" noChangeShapeType="1" noEditPoints="1" noGrp="1" noMove="1" noResize="1" noRot="1" noTextEdit="1"/>
          </p:cNvSpPr>
          <p:nvPr/>
        </p:nvSpPr>
        <p:spPr bwMode="auto">
          <a:xfrm rot="10800000">
            <a:off x="2750" y="1"/>
            <a:ext cx="12188952" cy="2452880"/>
          </a:xfrm>
          <a:custGeom>
            <a:avLst/>
            <a:gdLst>
              <a:gd name="connsiteX0" fmla="*/ 8951169 w 12178450"/>
              <a:gd name="connsiteY0" fmla="*/ 32 h 2001622"/>
              <a:gd name="connsiteX1" fmla="*/ 11653845 w 12178450"/>
              <a:gd name="connsiteY1" fmla="*/ 209874 h 2001622"/>
              <a:gd name="connsiteX2" fmla="*/ 12178450 w 12178450"/>
              <a:gd name="connsiteY2" fmla="*/ 286723 h 2001622"/>
              <a:gd name="connsiteX3" fmla="*/ 12178450 w 12178450"/>
              <a:gd name="connsiteY3" fmla="*/ 2001622 h 2001622"/>
              <a:gd name="connsiteX4" fmla="*/ 0 w 12178450"/>
              <a:gd name="connsiteY4" fmla="*/ 2001622 h 2001622"/>
              <a:gd name="connsiteX5" fmla="*/ 0 w 12178450"/>
              <a:gd name="connsiteY5" fmla="*/ 1010979 h 2001622"/>
              <a:gd name="connsiteX6" fmla="*/ 8951169 w 12178450"/>
              <a:gd name="connsiteY6" fmla="*/ 32 h 20016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78450" h="2001622" fill="norm" stroke="1" extrusionOk="0">
                <a:moveTo>
                  <a:pt x="8951169" y="32"/>
                </a:moveTo>
                <a:cubicBezTo>
                  <a:pt x="9704520" y="1593"/>
                  <a:pt x="10578586" y="62133"/>
                  <a:pt x="11653845" y="209874"/>
                </a:cubicBezTo>
                <a:lnTo>
                  <a:pt x="12178450" y="286723"/>
                </a:lnTo>
                <a:lnTo>
                  <a:pt x="12178450" y="2001622"/>
                </a:lnTo>
                <a:lnTo>
                  <a:pt x="0" y="2001622"/>
                </a:lnTo>
                <a:lnTo>
                  <a:pt x="0" y="1010979"/>
                </a:lnTo>
                <a:cubicBezTo>
                  <a:pt x="4768989" y="1010979"/>
                  <a:pt x="5812206" y="-6472"/>
                  <a:pt x="8951169" y="32"/>
                </a:cubicBezTo>
                <a:close/>
              </a:path>
            </a:pathLst>
          </a:custGeom>
          <a:solidFill>
            <a:schemeClr val="accent5">
              <a:lumMod val="20000"/>
              <a:lumOff val="8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defRPr/>
            </a:pPr>
            <a:endParaRPr lang="en-US">
              <a:solidFill>
                <a:schemeClr val="bg1"/>
              </a:solidFill>
            </a:endParaRPr>
          </a:p>
        </p:txBody>
      </p:sp>
      <p:sp>
        <p:nvSpPr>
          <p:cNvPr id="32645276" name="Right Triangle 13"/>
          <p:cNvSpPr>
            <a:spLocks noAdjustHandles="1" noChangeArrowheads="1" noChangeAspect="1" noChangeShapeType="1" noEditPoints="1" noGrp="1" noMove="1" noResize="1" noRot="1" noTextEdit="1"/>
          </p:cNvSpPr>
          <p:nvPr/>
        </p:nvSpPr>
        <p:spPr bwMode="auto">
          <a:xfrm rot="13500000">
            <a:off x="-265270" y="4918297"/>
            <a:ext cx="568289" cy="568289"/>
          </a:xfrm>
          <a:prstGeom prst="rtTriangle">
            <a:avLst/>
          </a:prstGeom>
          <a:solidFill>
            <a:schemeClr val="bg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a:p>
        </p:txBody>
      </p:sp>
      <p:grpSp>
        <p:nvGrpSpPr>
          <p:cNvPr id="1591849075" name="Group 15"/>
          <p:cNvGrpSpPr>
            <a:grpSpLocks noChangeAspect="1" noGrp="1" noMove="1" noResize="1" noRot="1" noUngrp="1"/>
          </p:cNvGrpSpPr>
          <p:nvPr/>
        </p:nvGrpSpPr>
        <p:grpSpPr bwMode="auto">
          <a:xfrm>
            <a:off x="-6214" y="-1"/>
            <a:ext cx="12214827" cy="6858000"/>
            <a:chOff x="-6214" y="-1"/>
            <a:chExt cx="12214827" cy="6858000"/>
          </a:xfrm>
        </p:grpSpPr>
        <p:cxnSp>
          <p:nvCxnSpPr>
            <p:cNvPr id="17" name="Straight Connector 16"/>
            <p:cNvCxnSpPr/>
            <p:nvPr/>
          </p:nvCxnSpPr>
          <p:spPr bwMode="auto">
            <a:xfrm>
              <a:off x="-6214" y="6686283"/>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p:nvPr/>
          </p:nvCxnSpPr>
          <p:spPr bwMode="auto">
            <a:xfrm>
              <a:off x="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 name="Straight Connector 18"/>
            <p:cNvCxnSpPr/>
            <p:nvPr/>
          </p:nvCxnSpPr>
          <p:spPr bwMode="auto">
            <a:xfrm>
              <a:off x="1199325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 name="Straight Connector 19"/>
            <p:cNvCxnSpPr/>
            <p:nvPr/>
          </p:nvCxnSpPr>
          <p:spPr bwMode="auto">
            <a:xfrm>
              <a:off x="19252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p:nvCxnSpPr>
          <p:spPr bwMode="auto">
            <a:xfrm>
              <a:off x="119196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2" name="Straight Connector 21"/>
            <p:cNvCxnSpPr/>
            <p:nvPr/>
          </p:nvCxnSpPr>
          <p:spPr bwMode="auto">
            <a:xfrm>
              <a:off x="2191404"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3" name="Straight Connector 22"/>
            <p:cNvCxnSpPr/>
            <p:nvPr/>
          </p:nvCxnSpPr>
          <p:spPr bwMode="auto">
            <a:xfrm>
              <a:off x="3190842"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4" name="Straight Connector 23"/>
            <p:cNvCxnSpPr/>
            <p:nvPr/>
          </p:nvCxnSpPr>
          <p:spPr bwMode="auto">
            <a:xfrm>
              <a:off x="419028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p:nvCxnSpPr>
          <p:spPr bwMode="auto">
            <a:xfrm>
              <a:off x="5189717"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6" name="Straight Connector 25"/>
            <p:cNvCxnSpPr/>
            <p:nvPr/>
          </p:nvCxnSpPr>
          <p:spPr bwMode="auto">
            <a:xfrm>
              <a:off x="618915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7" name="Straight Connector 26"/>
            <p:cNvCxnSpPr/>
            <p:nvPr/>
          </p:nvCxnSpPr>
          <p:spPr bwMode="auto">
            <a:xfrm>
              <a:off x="7188594"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8" name="Straight Connector 27"/>
            <p:cNvCxnSpPr/>
            <p:nvPr/>
          </p:nvCxnSpPr>
          <p:spPr bwMode="auto">
            <a:xfrm>
              <a:off x="8188032"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9" name="Straight Connector 28"/>
            <p:cNvCxnSpPr/>
            <p:nvPr/>
          </p:nvCxnSpPr>
          <p:spPr bwMode="auto">
            <a:xfrm>
              <a:off x="918747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0" name="Straight Connector 29"/>
            <p:cNvCxnSpPr/>
            <p:nvPr/>
          </p:nvCxnSpPr>
          <p:spPr bwMode="auto">
            <a:xfrm>
              <a:off x="1018690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1" name="Straight Connector 30"/>
            <p:cNvCxnSpPr/>
            <p:nvPr/>
          </p:nvCxnSpPr>
          <p:spPr bwMode="auto">
            <a:xfrm>
              <a:off x="1118634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p:nvCxnSpPr>
          <p:spPr bwMode="auto">
            <a:xfrm>
              <a:off x="1218578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3" name="Straight Connector 32"/>
            <p:cNvCxnSpPr/>
            <p:nvPr/>
          </p:nvCxnSpPr>
          <p:spPr bwMode="auto">
            <a:xfrm>
              <a:off x="0" y="17171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4" name="Straight Connector 33"/>
            <p:cNvCxnSpPr/>
            <p:nvPr/>
          </p:nvCxnSpPr>
          <p:spPr bwMode="auto">
            <a:xfrm>
              <a:off x="0" y="72890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bwMode="auto">
            <a:xfrm>
              <a:off x="0" y="128609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bwMode="auto">
            <a:xfrm>
              <a:off x="0" y="184328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7" name="Straight Connector 36"/>
            <p:cNvCxnSpPr/>
            <p:nvPr/>
          </p:nvCxnSpPr>
          <p:spPr bwMode="auto">
            <a:xfrm>
              <a:off x="0" y="240047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8" name="Straight Connector 37"/>
            <p:cNvCxnSpPr/>
            <p:nvPr/>
          </p:nvCxnSpPr>
          <p:spPr bwMode="auto">
            <a:xfrm>
              <a:off x="0" y="295766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9" name="Straight Connector 38"/>
            <p:cNvCxnSpPr/>
            <p:nvPr/>
          </p:nvCxnSpPr>
          <p:spPr bwMode="auto">
            <a:xfrm>
              <a:off x="0" y="351485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0" name="Straight Connector 39"/>
            <p:cNvCxnSpPr/>
            <p:nvPr/>
          </p:nvCxnSpPr>
          <p:spPr bwMode="auto">
            <a:xfrm>
              <a:off x="0" y="407204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1" name="Straight Connector 40"/>
            <p:cNvCxnSpPr/>
            <p:nvPr/>
          </p:nvCxnSpPr>
          <p:spPr bwMode="auto">
            <a:xfrm>
              <a:off x="0" y="462923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2" name="Straight Connector 41"/>
            <p:cNvCxnSpPr/>
            <p:nvPr/>
          </p:nvCxnSpPr>
          <p:spPr bwMode="auto">
            <a:xfrm>
              <a:off x="0" y="518642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3" name="Straight Connector 42"/>
            <p:cNvCxnSpPr/>
            <p:nvPr/>
          </p:nvCxnSpPr>
          <p:spPr bwMode="auto">
            <a:xfrm>
              <a:off x="0" y="574361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4" name="Straight Connector 43"/>
            <p:cNvCxnSpPr/>
            <p:nvPr/>
          </p:nvCxnSpPr>
          <p:spPr bwMode="auto">
            <a:xfrm>
              <a:off x="0" y="6857999"/>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5" name="Straight Connector 44"/>
            <p:cNvCxnSpPr/>
            <p:nvPr/>
          </p:nvCxnSpPr>
          <p:spPr bwMode="auto">
            <a:xfrm>
              <a:off x="16613" y="6248400"/>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1289559680" name="Subtitle 2"/>
          <p:cNvSpPr>
            <a:spLocks noGrp="1"/>
          </p:cNvSpPr>
          <p:nvPr/>
        </p:nvSpPr>
        <p:spPr bwMode="auto">
          <a:xfrm>
            <a:off x="2732625" y="2223945"/>
            <a:ext cx="6742267" cy="2574919"/>
          </a:xfrm>
          <a:prstGeom prst="rect">
            <a:avLst/>
          </a:prstGeom>
        </p:spPr>
        <p:txBody>
          <a:bodyPr vert="horz" lIns="91440" tIns="45720" rIns="91440" bIns="45720" rtlCol="0" anchor="ctr">
            <a:normAutofit/>
          </a:bodyPr>
          <a:lstStyle>
            <a:lvl1pPr marL="0" indent="0" algn="ctr" defTabSz="914400" rtl="0">
              <a:lnSpc>
                <a:spcPct val="110000"/>
              </a:lnSpc>
              <a:spcBef>
                <a:spcPts val="1000"/>
              </a:spcBef>
              <a:buClr>
                <a:schemeClr val="bg1"/>
              </a:buClr>
              <a:buSzPct val="75000"/>
              <a:buFont typeface="Arial"/>
              <a:buNone/>
              <a:defRPr sz="2400">
                <a:solidFill>
                  <a:srgbClr val="FFFFFF"/>
                </a:solidFill>
                <a:latin typeface="+mn-lt"/>
                <a:ea typeface="+mn-ea"/>
                <a:cs typeface="+mn-cs"/>
              </a:defRPr>
            </a:lvl1pPr>
            <a:lvl2pPr marL="457200" indent="0" algn="ctr" defTabSz="914400" rtl="0">
              <a:lnSpc>
                <a:spcPct val="110000"/>
              </a:lnSpc>
              <a:spcBef>
                <a:spcPts val="500"/>
              </a:spcBef>
              <a:buClr>
                <a:schemeClr val="bg1"/>
              </a:buClr>
              <a:buSzPct val="75000"/>
              <a:buFont typeface="Arial"/>
              <a:buNone/>
              <a:defRPr sz="2000">
                <a:solidFill>
                  <a:srgbClr val="FFFFFF"/>
                </a:solidFill>
                <a:latin typeface="+mn-lt"/>
                <a:ea typeface="+mn-ea"/>
                <a:cs typeface="+mn-cs"/>
              </a:defRPr>
            </a:lvl2pPr>
            <a:lvl3pPr marL="914400" indent="0" algn="ctr" defTabSz="914400" rtl="0">
              <a:lnSpc>
                <a:spcPct val="110000"/>
              </a:lnSpc>
              <a:spcBef>
                <a:spcPts val="500"/>
              </a:spcBef>
              <a:buClr>
                <a:schemeClr val="bg1"/>
              </a:buClr>
              <a:buSzPct val="75000"/>
              <a:buFont typeface="Arial"/>
              <a:buNone/>
              <a:defRPr sz="1800">
                <a:solidFill>
                  <a:srgbClr val="FFFFFF"/>
                </a:solidFill>
                <a:latin typeface="+mn-lt"/>
                <a:ea typeface="+mn-ea"/>
                <a:cs typeface="+mn-cs"/>
              </a:defRPr>
            </a:lvl3pPr>
            <a:lvl4pPr marL="1371600" indent="0" algn="ctr" defTabSz="914400" rtl="0">
              <a:lnSpc>
                <a:spcPct val="110000"/>
              </a:lnSpc>
              <a:spcBef>
                <a:spcPts val="500"/>
              </a:spcBef>
              <a:buClr>
                <a:schemeClr val="bg1"/>
              </a:buClr>
              <a:buSzPct val="75000"/>
              <a:buFont typeface="Arial"/>
              <a:buNone/>
              <a:defRPr sz="1600">
                <a:solidFill>
                  <a:srgbClr val="FFFFFF"/>
                </a:solidFill>
                <a:latin typeface="+mn-lt"/>
                <a:ea typeface="+mn-ea"/>
                <a:cs typeface="+mn-cs"/>
              </a:defRPr>
            </a:lvl4pPr>
            <a:lvl5pPr marL="1828800" indent="0" algn="ctr" defTabSz="914400" rtl="0">
              <a:lnSpc>
                <a:spcPct val="110000"/>
              </a:lnSpc>
              <a:spcBef>
                <a:spcPts val="500"/>
              </a:spcBef>
              <a:buClr>
                <a:schemeClr val="bg1"/>
              </a:buClr>
              <a:buSzPct val="75000"/>
              <a:buFont typeface="Arial"/>
              <a:buNone/>
              <a:defRPr sz="1600">
                <a:solidFill>
                  <a:srgbClr val="FFFFFF"/>
                </a:solidFill>
                <a:latin typeface="+mn-lt"/>
                <a:ea typeface="+mn-ea"/>
                <a:cs typeface="+mn-cs"/>
              </a:defRPr>
            </a:lvl5pPr>
            <a:lvl6pPr marL="2286000" indent="0" algn="ctr" defTabSz="914400" rtl="0">
              <a:lnSpc>
                <a:spcPct val="90000"/>
              </a:lnSpc>
              <a:spcBef>
                <a:spcPts val="500"/>
              </a:spcBef>
              <a:buFont typeface="Arial"/>
              <a:buNone/>
              <a:defRPr sz="1600">
                <a:solidFill>
                  <a:schemeClr val="tx1"/>
                </a:solidFill>
                <a:latin typeface="+mn-lt"/>
                <a:ea typeface="+mn-ea"/>
                <a:cs typeface="+mn-cs"/>
              </a:defRPr>
            </a:lvl6pPr>
            <a:lvl7pPr marL="2743200" indent="0" algn="ctr" defTabSz="914400" rtl="0">
              <a:lnSpc>
                <a:spcPct val="90000"/>
              </a:lnSpc>
              <a:spcBef>
                <a:spcPts val="500"/>
              </a:spcBef>
              <a:buFont typeface="Arial"/>
              <a:buNone/>
              <a:defRPr sz="1600">
                <a:solidFill>
                  <a:schemeClr val="tx1"/>
                </a:solidFill>
                <a:latin typeface="+mn-lt"/>
                <a:ea typeface="+mn-ea"/>
                <a:cs typeface="+mn-cs"/>
              </a:defRPr>
            </a:lvl7pPr>
            <a:lvl8pPr marL="3200400" indent="0" algn="ctr" defTabSz="914400" rtl="0">
              <a:lnSpc>
                <a:spcPct val="90000"/>
              </a:lnSpc>
              <a:spcBef>
                <a:spcPts val="500"/>
              </a:spcBef>
              <a:buFont typeface="Arial"/>
              <a:buNone/>
              <a:defRPr sz="1600">
                <a:solidFill>
                  <a:schemeClr val="tx1"/>
                </a:solidFill>
                <a:latin typeface="+mn-lt"/>
                <a:ea typeface="+mn-ea"/>
                <a:cs typeface="+mn-cs"/>
              </a:defRPr>
            </a:lvl8pPr>
            <a:lvl9pPr marL="3657600" indent="0" algn="ctr" defTabSz="914400" rtl="0">
              <a:lnSpc>
                <a:spcPct val="90000"/>
              </a:lnSpc>
              <a:spcBef>
                <a:spcPts val="500"/>
              </a:spcBef>
              <a:buFont typeface="Arial"/>
              <a:buNone/>
              <a:defRPr sz="1600">
                <a:solidFill>
                  <a:schemeClr val="tx1"/>
                </a:solidFill>
                <a:latin typeface="+mn-lt"/>
                <a:ea typeface="+mn-ea"/>
                <a:cs typeface="+mn-cs"/>
              </a:defRPr>
            </a:lvl9pPr>
          </a:lstStyle>
          <a:p>
            <a:pPr lvl="1" algn="l">
              <a:defRPr/>
            </a:pPr>
            <a:r>
              <a:rPr lang="en-US" sz="6800">
                <a:solidFill>
                  <a:schemeClr val="bg2">
                    <a:lumMod val="25000"/>
                  </a:schemeClr>
                </a:solidFill>
                <a:latin typeface="Posterama"/>
                <a:cs typeface="Posterama"/>
              </a:rPr>
              <a:t>THANK YOU</a:t>
            </a:r>
            <a:endParaRPr lang="en-US" sz="6800">
              <a:solidFill>
                <a:schemeClr val="bg2">
                  <a:lumMod val="25000"/>
                </a:schemeClr>
              </a:solidFil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theme/_rels/theme1.xml.rels><?xml version="1.0" encoding="UTF-8" standalone="yes"?><Relationships xmlns="http://schemas.openxmlformats.org/package/2006/relationships"></Relationships>
</file>

<file path=ppt/theme/_rels/theme2.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SineVTI">
  <a:themeElements>
    <a:clrScheme name="Custom 51">
      <a:dk1>
        <a:sysClr val="windowText" lastClr="000000"/>
      </a:dk1>
      <a:lt1>
        <a:sysClr val="window" lastClr="FFFFFF"/>
      </a:lt1>
      <a:dk2>
        <a:srgbClr val="12154E"/>
      </a:dk2>
      <a:lt2>
        <a:srgbClr val="EEEEEE"/>
      </a:lt2>
      <a:accent1>
        <a:srgbClr val="FD8686"/>
      </a:accent1>
      <a:accent2>
        <a:srgbClr val="B495C2"/>
      </a:accent2>
      <a:accent3>
        <a:srgbClr val="8F99BB"/>
      </a:accent3>
      <a:accent4>
        <a:srgbClr val="A3A3C1"/>
      </a:accent4>
      <a:accent5>
        <a:srgbClr val="7162FE"/>
      </a:accent5>
      <a:accent6>
        <a:srgbClr val="1EBE9B"/>
      </a:accent6>
      <a:hlink>
        <a:srgbClr val="EF08F7"/>
      </a:hlink>
      <a:folHlink>
        <a:srgbClr val="8477FE"/>
      </a:folHlink>
    </a:clrScheme>
    <a:fontScheme name="Custom 49">
      <a:majorFont>
        <a:latin typeface="Posterama"/>
        <a:ea typeface="Arial"/>
        <a:cs typeface="Arial"/>
      </a:majorFont>
      <a:minorFont>
        <a:latin typeface="Avenir Next LT Pro"/>
        <a:ea typeface="Arial"/>
        <a:cs typeface="Arial"/>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heme>
</file>

<file path=ppt/theme/theme2.xml><?xml version="1.0" encoding="utf-8"?>
<a:theme xmlns:a="http://schemas.openxmlformats.org/drawingml/2006/main" xmlns:r="http://schemas.openxmlformats.org/officeDocument/2006/relationships" xmlns:p="http://schemas.openxmlformats.org/presentationml/2006/main" name="SineVTI">
  <a:themeElements>
    <a:clrScheme name="Custom 51">
      <a:dk1>
        <a:sysClr val="windowText" lastClr="000000"/>
      </a:dk1>
      <a:lt1>
        <a:sysClr val="window" lastClr="FFFFFF"/>
      </a:lt1>
      <a:dk2>
        <a:srgbClr val="12154E"/>
      </a:dk2>
      <a:lt2>
        <a:srgbClr val="EEEEEE"/>
      </a:lt2>
      <a:accent1>
        <a:srgbClr val="FD8686"/>
      </a:accent1>
      <a:accent2>
        <a:srgbClr val="B495C2"/>
      </a:accent2>
      <a:accent3>
        <a:srgbClr val="8F99BB"/>
      </a:accent3>
      <a:accent4>
        <a:srgbClr val="A3A3C1"/>
      </a:accent4>
      <a:accent5>
        <a:srgbClr val="7162FE"/>
      </a:accent5>
      <a:accent6>
        <a:srgbClr val="1EBE9B"/>
      </a:accent6>
      <a:hlink>
        <a:srgbClr val="EF08F7"/>
      </a:hlink>
      <a:folHlink>
        <a:srgbClr val="8477FE"/>
      </a:folHlink>
    </a:clrScheme>
    <a:fontScheme name="">
      <a:majorFont>
        <a:latin typeface="Posterama"/>
        <a:ea typeface="Arial"/>
        <a:cs typeface="Arial"/>
      </a:majorFont>
      <a:minorFont>
        <a:latin typeface="Avenir Next LT Pro"/>
        <a:ea typeface="Arial"/>
        <a:cs typeface="Arial"/>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ONLYOFFICE/9.1.0.173</Application>
  <PresentationFormat>On-screen Show (4:3)</PresentationFormat>
  <Paragraphs>0</Paragraphs>
  <Slides>9</Slides>
  <Notes>9</Notes>
  <HiddenSlides>0</HiddenSlides>
  <MMClips>2</MMClips>
  <ScaleCrop>0</ScaleCrop>
  <HeadingPairs>
    <vt:vector size="4" baseType="variant">
      <vt:variant>
        <vt:lpstr>Theme</vt:lpstr>
      </vt:variant>
      <vt:variant>
        <vt:i4>1</vt:i4>
      </vt:variant>
      <vt:variant>
        <vt:lpstr>Slide Titles</vt:lpstr>
      </vt:variant>
      <vt:variant>
        <vt:i4>9</vt:i4>
      </vt:variant>
    </vt:vector>
  </HeadingPairs>
  <TitlesOfParts>
    <vt:vector size="10" baseType="lpstr">
      <vt:lpstr>Theme 1</vt:lpstr>
      <vt:lpstr>Slide 1</vt:lpstr>
      <vt:lpstr>Slide 2</vt:lpstr>
      <vt:lpstr>Slide 3</vt:lpstr>
      <vt:lpstr>Slide 4</vt:lpstr>
      <vt:lpstr>Slide 5</vt:lpstr>
      <vt:lpstr>Slide 6</vt:lpstr>
      <vt:lpstr>Slide 7</vt:lpstr>
      <vt:lpstr>Slide 8</vt:lpstr>
      <vt:lpstr>Slide 9</vt:lpstr>
    </vt:vector>
  </TitlesOfParts>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480</cp:revision>
  <dcterms:created xsi:type="dcterms:W3CDTF">2025-08-28T08:42:56Z</dcterms:created>
  <dcterms:modified xsi:type="dcterms:W3CDTF">2025-11-06T01:37:29Z</dcterms:modified>
</cp:coreProperties>
</file>